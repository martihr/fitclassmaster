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  <p:sldMasterId id="2147483674" r:id="rId2"/>
  </p:sldMasterIdLst>
  <p:notesMasterIdLst>
    <p:notesMasterId r:id="rId10"/>
  </p:notesMasterIdLst>
  <p:sldIdLst>
    <p:sldId id="256" r:id="rId3"/>
    <p:sldId id="259" r:id="rId4"/>
    <p:sldId id="260" r:id="rId5"/>
    <p:sldId id="262" r:id="rId6"/>
    <p:sldId id="263" r:id="rId7"/>
    <p:sldId id="265" r:id="rId8"/>
    <p:sldId id="275" r:id="rId9"/>
  </p:sldIdLst>
  <p:sldSz cx="9144000" cy="5143500" type="screen16x9"/>
  <p:notesSz cx="6858000" cy="9144000"/>
  <p:embeddedFontLst>
    <p:embeddedFont>
      <p:font typeface="Noto Sans" panose="020B0502040504020204" pitchFamily="3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6EC0E7-FFC4-B815-1C59-AA6DE95F56F3}" v="215" dt="2026-02-08T15:49:35.393"/>
  </p1510:revLst>
</p1510:revInfo>
</file>

<file path=ppt/tableStyles.xml><?xml version="1.0" encoding="utf-8"?>
<a:tblStyleLst xmlns:a="http://schemas.openxmlformats.org/drawingml/2006/main" def="{0B8931F5-3CAF-4729-BD74-7306A284A173}">
  <a:tblStyle styleId="{0B8931F5-3CAF-4729-BD74-7306A284A1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E0F161A-2C05-45E4-8C92-193BBB71D06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125d80b419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125d80b419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ff18b49f31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1ff18b49f31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125d80b419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1125d80b419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5275" y="1183925"/>
            <a:ext cx="7713600" cy="230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5125" y="3550075"/>
            <a:ext cx="77136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Noto Sans"/>
                <a:ea typeface="Noto Sans"/>
                <a:cs typeface="Noto Sans"/>
                <a:sym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8617050" y="1465150"/>
            <a:ext cx="1275878" cy="1275878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4121350"/>
            <a:ext cx="2976644" cy="1022147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-750475" y="2343626"/>
            <a:ext cx="1376845" cy="1376845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rot="10800000">
            <a:off x="6167350" y="-6777"/>
            <a:ext cx="2976644" cy="1022147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2391900" y="2308077"/>
            <a:ext cx="4360200" cy="17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4027150" y="1196535"/>
            <a:ext cx="1089900" cy="8904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/>
          <p:nvPr/>
        </p:nvSpPr>
        <p:spPr>
          <a:xfrm>
            <a:off x="0" y="4121350"/>
            <a:ext cx="2976644" cy="1022147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6167350" y="0"/>
            <a:ext cx="2976644" cy="1022147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8428900" y="1415182"/>
            <a:ext cx="1635402" cy="1635402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-453225" y="2648226"/>
            <a:ext cx="1022185" cy="1022185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8519175" y="266251"/>
            <a:ext cx="930238" cy="930238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4"/>
          <p:cNvSpPr/>
          <p:nvPr/>
        </p:nvSpPr>
        <p:spPr>
          <a:xfrm rot="10800000" flipH="1">
            <a:off x="0" y="0"/>
            <a:ext cx="2571719" cy="883100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/>
          <p:nvPr/>
        </p:nvSpPr>
        <p:spPr>
          <a:xfrm flipH="1">
            <a:off x="6740252" y="4318149"/>
            <a:ext cx="2403746" cy="825420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subTitle" idx="1"/>
          </p:nvPr>
        </p:nvSpPr>
        <p:spPr>
          <a:xfrm>
            <a:off x="1290775" y="2288770"/>
            <a:ext cx="2907600" cy="4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2"/>
          </p:nvPr>
        </p:nvSpPr>
        <p:spPr>
          <a:xfrm>
            <a:off x="4945650" y="2288770"/>
            <a:ext cx="2907600" cy="4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3"/>
          </p:nvPr>
        </p:nvSpPr>
        <p:spPr>
          <a:xfrm>
            <a:off x="1290775" y="2715970"/>
            <a:ext cx="2907600" cy="18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4"/>
          </p:nvPr>
        </p:nvSpPr>
        <p:spPr>
          <a:xfrm>
            <a:off x="4945650" y="2715970"/>
            <a:ext cx="2907600" cy="18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/>
          <p:nvPr/>
        </p:nvSpPr>
        <p:spPr>
          <a:xfrm rot="10800000" flipH="1">
            <a:off x="0" y="0"/>
            <a:ext cx="2571719" cy="883100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5"/>
          <p:cNvSpPr/>
          <p:nvPr/>
        </p:nvSpPr>
        <p:spPr>
          <a:xfrm flipH="1">
            <a:off x="6740252" y="4318149"/>
            <a:ext cx="2403746" cy="825420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/>
          <p:nvPr/>
        </p:nvSpPr>
        <p:spPr>
          <a:xfrm rot="10800000">
            <a:off x="6579147" y="-6868"/>
            <a:ext cx="2571719" cy="883100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0" y="4318149"/>
            <a:ext cx="2403746" cy="825420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6"/>
          <p:cNvSpPr/>
          <p:nvPr/>
        </p:nvSpPr>
        <p:spPr>
          <a:xfrm flipH="1">
            <a:off x="8572169" y="3334026"/>
            <a:ext cx="1022185" cy="1022185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4184500" y="917375"/>
            <a:ext cx="4244400" cy="10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9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4184500" y="2019925"/>
            <a:ext cx="4244400" cy="22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>
            <a:spLocks noGrp="1"/>
          </p:cNvSpPr>
          <p:nvPr>
            <p:ph type="pic" idx="2"/>
          </p:nvPr>
        </p:nvSpPr>
        <p:spPr>
          <a:xfrm>
            <a:off x="0" y="0"/>
            <a:ext cx="3513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7"/>
          <p:cNvSpPr/>
          <p:nvPr/>
        </p:nvSpPr>
        <p:spPr>
          <a:xfrm rot="10800000">
            <a:off x="6899273" y="-64"/>
            <a:ext cx="2244725" cy="770814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7"/>
          <p:cNvSpPr/>
          <p:nvPr/>
        </p:nvSpPr>
        <p:spPr>
          <a:xfrm flipH="1">
            <a:off x="6899273" y="4372686"/>
            <a:ext cx="2244725" cy="770814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9" name="Google Shape;49;p8"/>
          <p:cNvSpPr/>
          <p:nvPr/>
        </p:nvSpPr>
        <p:spPr>
          <a:xfrm flipH="1">
            <a:off x="6170859" y="4121350"/>
            <a:ext cx="2976644" cy="1022147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8"/>
          <p:cNvSpPr/>
          <p:nvPr/>
        </p:nvSpPr>
        <p:spPr>
          <a:xfrm rot="10800000" flipH="1">
            <a:off x="-2864" y="0"/>
            <a:ext cx="2976644" cy="1022147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8"/>
          <p:cNvSpPr/>
          <p:nvPr/>
        </p:nvSpPr>
        <p:spPr>
          <a:xfrm flipH="1">
            <a:off x="-923172" y="1415182"/>
            <a:ext cx="1635402" cy="1635402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8"/>
          <p:cNvSpPr/>
          <p:nvPr/>
        </p:nvSpPr>
        <p:spPr>
          <a:xfrm flipH="1">
            <a:off x="8572169" y="2648226"/>
            <a:ext cx="1022185" cy="1022185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/>
          <p:nvPr/>
        </p:nvSpPr>
        <p:spPr>
          <a:xfrm flipH="1">
            <a:off x="-750475" y="1465150"/>
            <a:ext cx="1275878" cy="1275878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9"/>
          <p:cNvSpPr/>
          <p:nvPr/>
        </p:nvSpPr>
        <p:spPr>
          <a:xfrm flipH="1">
            <a:off x="6165809" y="4121350"/>
            <a:ext cx="2976644" cy="1022147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9"/>
          <p:cNvSpPr/>
          <p:nvPr/>
        </p:nvSpPr>
        <p:spPr>
          <a:xfrm flipH="1">
            <a:off x="8516083" y="2343626"/>
            <a:ext cx="1376845" cy="1376845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9"/>
          <p:cNvSpPr/>
          <p:nvPr/>
        </p:nvSpPr>
        <p:spPr>
          <a:xfrm rot="10800000" flipH="1">
            <a:off x="-1541" y="0"/>
            <a:ext cx="2976644" cy="1022147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1952525" y="3988200"/>
            <a:ext cx="5238900" cy="4680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>
            <a:spLocks noGrp="1"/>
          </p:cNvSpPr>
          <p:nvPr>
            <p:ph type="title" hasCustomPrompt="1"/>
          </p:nvPr>
        </p:nvSpPr>
        <p:spPr>
          <a:xfrm>
            <a:off x="1650975" y="1573338"/>
            <a:ext cx="58422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5" name="Google Shape;65;p11"/>
          <p:cNvSpPr txBox="1">
            <a:spLocks noGrp="1"/>
          </p:cNvSpPr>
          <p:nvPr>
            <p:ph type="subTitle" idx="1"/>
          </p:nvPr>
        </p:nvSpPr>
        <p:spPr>
          <a:xfrm>
            <a:off x="1650975" y="3118363"/>
            <a:ext cx="5842200" cy="45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6" name="Google Shape;66;p11"/>
          <p:cNvSpPr/>
          <p:nvPr/>
        </p:nvSpPr>
        <p:spPr>
          <a:xfrm flipH="1">
            <a:off x="6170859" y="4121350"/>
            <a:ext cx="2976644" cy="1022147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1"/>
          <p:cNvSpPr/>
          <p:nvPr/>
        </p:nvSpPr>
        <p:spPr>
          <a:xfrm rot="10800000" flipH="1">
            <a:off x="-2864" y="0"/>
            <a:ext cx="2976644" cy="1022147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1"/>
          <p:cNvSpPr/>
          <p:nvPr/>
        </p:nvSpPr>
        <p:spPr>
          <a:xfrm flipH="1">
            <a:off x="-923172" y="1415182"/>
            <a:ext cx="1635402" cy="1635402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1"/>
          <p:cNvSpPr/>
          <p:nvPr/>
        </p:nvSpPr>
        <p:spPr>
          <a:xfrm flipH="1">
            <a:off x="8572169" y="2648226"/>
            <a:ext cx="1022185" cy="1022185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5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/>
          <p:nvPr/>
        </p:nvSpPr>
        <p:spPr>
          <a:xfrm>
            <a:off x="0" y="4389949"/>
            <a:ext cx="2194702" cy="753637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3"/>
          <p:cNvSpPr/>
          <p:nvPr/>
        </p:nvSpPr>
        <p:spPr>
          <a:xfrm rot="10800000">
            <a:off x="6899273" y="-64"/>
            <a:ext cx="2244725" cy="770814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2" hasCustomPrompt="1"/>
          </p:nvPr>
        </p:nvSpPr>
        <p:spPr>
          <a:xfrm>
            <a:off x="1505400" y="1355773"/>
            <a:ext cx="734700" cy="5727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3" hasCustomPrompt="1"/>
          </p:nvPr>
        </p:nvSpPr>
        <p:spPr>
          <a:xfrm>
            <a:off x="1505400" y="2941602"/>
            <a:ext cx="734700" cy="5727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 idx="4" hasCustomPrompt="1"/>
          </p:nvPr>
        </p:nvSpPr>
        <p:spPr>
          <a:xfrm>
            <a:off x="4204675" y="1355773"/>
            <a:ext cx="734700" cy="5727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5" hasCustomPrompt="1"/>
          </p:nvPr>
        </p:nvSpPr>
        <p:spPr>
          <a:xfrm>
            <a:off x="4204675" y="2941602"/>
            <a:ext cx="734700" cy="5727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6" hasCustomPrompt="1"/>
          </p:nvPr>
        </p:nvSpPr>
        <p:spPr>
          <a:xfrm>
            <a:off x="6903950" y="1355773"/>
            <a:ext cx="734700" cy="5727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7" hasCustomPrompt="1"/>
          </p:nvPr>
        </p:nvSpPr>
        <p:spPr>
          <a:xfrm>
            <a:off x="6903950" y="2941602"/>
            <a:ext cx="734700" cy="5727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1"/>
          </p:nvPr>
        </p:nvSpPr>
        <p:spPr>
          <a:xfrm>
            <a:off x="720000" y="1921475"/>
            <a:ext cx="2305500" cy="8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3419275" y="1921475"/>
            <a:ext cx="2305500" cy="8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9"/>
          </p:nvPr>
        </p:nvSpPr>
        <p:spPr>
          <a:xfrm>
            <a:off x="6118550" y="1921475"/>
            <a:ext cx="2305500" cy="8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13"/>
          </p:nvPr>
        </p:nvSpPr>
        <p:spPr>
          <a:xfrm>
            <a:off x="720000" y="3507350"/>
            <a:ext cx="2305500" cy="8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4"/>
          </p:nvPr>
        </p:nvSpPr>
        <p:spPr>
          <a:xfrm>
            <a:off x="3419275" y="3507350"/>
            <a:ext cx="2305500" cy="8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5"/>
          </p:nvPr>
        </p:nvSpPr>
        <p:spPr>
          <a:xfrm>
            <a:off x="6118550" y="3507350"/>
            <a:ext cx="2305500" cy="8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7963775" y="4711526"/>
            <a:ext cx="930238" cy="930238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>
            <a:spLocks noGrp="1"/>
          </p:cNvSpPr>
          <p:nvPr>
            <p:ph type="subTitle" idx="1"/>
          </p:nvPr>
        </p:nvSpPr>
        <p:spPr>
          <a:xfrm>
            <a:off x="4572050" y="2046100"/>
            <a:ext cx="3856800" cy="19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4572050" y="931125"/>
            <a:ext cx="38568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/>
          <p:nvPr/>
        </p:nvSpPr>
        <p:spPr>
          <a:xfrm rot="10800000">
            <a:off x="6899273" y="-6841"/>
            <a:ext cx="2244725" cy="770814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4"/>
          <p:cNvSpPr/>
          <p:nvPr/>
        </p:nvSpPr>
        <p:spPr>
          <a:xfrm flipH="1">
            <a:off x="6949300" y="4389949"/>
            <a:ext cx="2194702" cy="753637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-591825" y="3592025"/>
            <a:ext cx="1216610" cy="1216610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subTitle" idx="1"/>
          </p:nvPr>
        </p:nvSpPr>
        <p:spPr>
          <a:xfrm>
            <a:off x="721621" y="1355300"/>
            <a:ext cx="3021300" cy="6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715100" y="382600"/>
            <a:ext cx="3021300" cy="10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5"/>
          <p:cNvSpPr>
            <a:spLocks noGrp="1"/>
          </p:cNvSpPr>
          <p:nvPr>
            <p:ph type="pic" idx="2"/>
          </p:nvPr>
        </p:nvSpPr>
        <p:spPr>
          <a:xfrm>
            <a:off x="6040625" y="-3200"/>
            <a:ext cx="3111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5"/>
          <p:cNvSpPr>
            <a:spLocks noGrp="1"/>
          </p:cNvSpPr>
          <p:nvPr>
            <p:ph type="pic" idx="3"/>
          </p:nvPr>
        </p:nvSpPr>
        <p:spPr>
          <a:xfrm>
            <a:off x="-6100" y="2238900"/>
            <a:ext cx="6039000" cy="29046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5"/>
          <p:cNvSpPr>
            <a:spLocks noGrp="1"/>
          </p:cNvSpPr>
          <p:nvPr>
            <p:ph type="pic" idx="4"/>
          </p:nvPr>
        </p:nvSpPr>
        <p:spPr>
          <a:xfrm>
            <a:off x="3971525" y="0"/>
            <a:ext cx="2069100" cy="22389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5"/>
          <p:cNvSpPr/>
          <p:nvPr/>
        </p:nvSpPr>
        <p:spPr>
          <a:xfrm rot="10800000" flipH="1">
            <a:off x="-6102" y="-64"/>
            <a:ext cx="2244725" cy="770814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subTitle" idx="1"/>
          </p:nvPr>
        </p:nvSpPr>
        <p:spPr>
          <a:xfrm>
            <a:off x="714973" y="2469500"/>
            <a:ext cx="2180400" cy="41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ubTitle" idx="2"/>
          </p:nvPr>
        </p:nvSpPr>
        <p:spPr>
          <a:xfrm>
            <a:off x="714975" y="2816700"/>
            <a:ext cx="2180400" cy="15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subTitle" idx="3"/>
          </p:nvPr>
        </p:nvSpPr>
        <p:spPr>
          <a:xfrm>
            <a:off x="3481788" y="2816700"/>
            <a:ext cx="2180400" cy="15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subTitle" idx="4"/>
          </p:nvPr>
        </p:nvSpPr>
        <p:spPr>
          <a:xfrm>
            <a:off x="6248626" y="2816700"/>
            <a:ext cx="2180400" cy="15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subTitle" idx="5"/>
          </p:nvPr>
        </p:nvSpPr>
        <p:spPr>
          <a:xfrm>
            <a:off x="3481788" y="2469500"/>
            <a:ext cx="2180400" cy="41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subTitle" idx="6"/>
          </p:nvPr>
        </p:nvSpPr>
        <p:spPr>
          <a:xfrm>
            <a:off x="6248627" y="2469500"/>
            <a:ext cx="2180400" cy="41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0" y="4389949"/>
            <a:ext cx="2194702" cy="753637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6"/>
          <p:cNvSpPr/>
          <p:nvPr/>
        </p:nvSpPr>
        <p:spPr>
          <a:xfrm rot="10800000">
            <a:off x="6899273" y="-64"/>
            <a:ext cx="2244725" cy="770814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6"/>
          <p:cNvGrpSpPr/>
          <p:nvPr/>
        </p:nvGrpSpPr>
        <p:grpSpPr>
          <a:xfrm rot="226009" flipH="1">
            <a:off x="8161198" y="4365918"/>
            <a:ext cx="828000" cy="710693"/>
            <a:chOff x="3122700" y="481200"/>
            <a:chExt cx="827950" cy="710650"/>
          </a:xfrm>
        </p:grpSpPr>
        <p:sp>
          <p:nvSpPr>
            <p:cNvPr id="112" name="Google Shape;112;p16"/>
            <p:cNvSpPr/>
            <p:nvPr/>
          </p:nvSpPr>
          <p:spPr>
            <a:xfrm>
              <a:off x="3122700" y="481200"/>
              <a:ext cx="804300" cy="690700"/>
            </a:xfrm>
            <a:custGeom>
              <a:avLst/>
              <a:gdLst/>
              <a:ahLst/>
              <a:cxnLst/>
              <a:rect l="l" t="t" r="r" b="b"/>
              <a:pathLst>
                <a:path w="32172" h="27628" extrusionOk="0">
                  <a:moveTo>
                    <a:pt x="1065" y="7579"/>
                  </a:moveTo>
                  <a:lnTo>
                    <a:pt x="26841" y="27627"/>
                  </a:lnTo>
                  <a:lnTo>
                    <a:pt x="27048" y="27359"/>
                  </a:lnTo>
                  <a:cubicBezTo>
                    <a:pt x="28138" y="27380"/>
                    <a:pt x="29553" y="26559"/>
                    <a:pt x="30639" y="25163"/>
                  </a:cubicBezTo>
                  <a:cubicBezTo>
                    <a:pt x="31724" y="23768"/>
                    <a:pt x="32171" y="22194"/>
                    <a:pt x="31882" y="21143"/>
                  </a:cubicBezTo>
                  <a:lnTo>
                    <a:pt x="32092" y="20875"/>
                  </a:lnTo>
                  <a:lnTo>
                    <a:pt x="6317" y="828"/>
                  </a:lnTo>
                  <a:cubicBezTo>
                    <a:pt x="5253" y="0"/>
                    <a:pt x="3214" y="840"/>
                    <a:pt x="1764" y="2705"/>
                  </a:cubicBezTo>
                  <a:cubicBezTo>
                    <a:pt x="314" y="4569"/>
                    <a:pt x="1" y="6751"/>
                    <a:pt x="1065" y="75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6"/>
            <p:cNvSpPr/>
            <p:nvPr/>
          </p:nvSpPr>
          <p:spPr>
            <a:xfrm>
              <a:off x="3766125" y="981625"/>
              <a:ext cx="184525" cy="210225"/>
            </a:xfrm>
            <a:custGeom>
              <a:avLst/>
              <a:gdLst/>
              <a:ahLst/>
              <a:cxnLst/>
              <a:rect l="l" t="t" r="r" b="b"/>
              <a:pathLst>
                <a:path w="7381" h="8409" extrusionOk="0">
                  <a:moveTo>
                    <a:pt x="1764" y="2705"/>
                  </a:moveTo>
                  <a:cubicBezTo>
                    <a:pt x="3214" y="842"/>
                    <a:pt x="5251" y="0"/>
                    <a:pt x="6317" y="828"/>
                  </a:cubicBezTo>
                  <a:cubicBezTo>
                    <a:pt x="7381" y="1656"/>
                    <a:pt x="7068" y="3839"/>
                    <a:pt x="5617" y="5704"/>
                  </a:cubicBezTo>
                  <a:cubicBezTo>
                    <a:pt x="4167" y="7567"/>
                    <a:pt x="2128" y="8408"/>
                    <a:pt x="1064" y="7581"/>
                  </a:cubicBezTo>
                  <a:cubicBezTo>
                    <a:pt x="0" y="6753"/>
                    <a:pt x="314" y="4570"/>
                    <a:pt x="1764" y="27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" name="Google Shape;114;p16"/>
          <p:cNvSpPr/>
          <p:nvPr/>
        </p:nvSpPr>
        <p:spPr>
          <a:xfrm>
            <a:off x="-950975" y="171182"/>
            <a:ext cx="1635402" cy="1635402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7"/>
          <p:cNvSpPr txBox="1">
            <a:spLocks noGrp="1"/>
          </p:cNvSpPr>
          <p:nvPr>
            <p:ph type="subTitle" idx="1"/>
          </p:nvPr>
        </p:nvSpPr>
        <p:spPr>
          <a:xfrm>
            <a:off x="2029853" y="1600821"/>
            <a:ext cx="53409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subTitle" idx="2"/>
          </p:nvPr>
        </p:nvSpPr>
        <p:spPr>
          <a:xfrm>
            <a:off x="2029853" y="2792534"/>
            <a:ext cx="53409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subTitle" idx="3"/>
          </p:nvPr>
        </p:nvSpPr>
        <p:spPr>
          <a:xfrm>
            <a:off x="2029853" y="3984247"/>
            <a:ext cx="5340900" cy="52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subTitle" idx="4"/>
          </p:nvPr>
        </p:nvSpPr>
        <p:spPr>
          <a:xfrm>
            <a:off x="2029853" y="1245425"/>
            <a:ext cx="5340900" cy="4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5"/>
          </p:nvPr>
        </p:nvSpPr>
        <p:spPr>
          <a:xfrm>
            <a:off x="2029853" y="2437143"/>
            <a:ext cx="5340900" cy="4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subTitle" idx="6"/>
          </p:nvPr>
        </p:nvSpPr>
        <p:spPr>
          <a:xfrm>
            <a:off x="2029853" y="3628860"/>
            <a:ext cx="5340900" cy="4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7"/>
          <p:cNvSpPr/>
          <p:nvPr/>
        </p:nvSpPr>
        <p:spPr>
          <a:xfrm rot="10800000" flipH="1">
            <a:off x="0" y="-6868"/>
            <a:ext cx="2571719" cy="883100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7"/>
          <p:cNvSpPr/>
          <p:nvPr/>
        </p:nvSpPr>
        <p:spPr>
          <a:xfrm flipH="1">
            <a:off x="6747120" y="4318149"/>
            <a:ext cx="2403746" cy="825420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-701775" y="4400375"/>
            <a:ext cx="1275878" cy="1275878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subTitle" idx="1"/>
          </p:nvPr>
        </p:nvSpPr>
        <p:spPr>
          <a:xfrm>
            <a:off x="834274" y="1306475"/>
            <a:ext cx="34107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2"/>
          </p:nvPr>
        </p:nvSpPr>
        <p:spPr>
          <a:xfrm>
            <a:off x="834275" y="1756175"/>
            <a:ext cx="34107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3"/>
          </p:nvPr>
        </p:nvSpPr>
        <p:spPr>
          <a:xfrm>
            <a:off x="4899026" y="1756175"/>
            <a:ext cx="34107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4"/>
          </p:nvPr>
        </p:nvSpPr>
        <p:spPr>
          <a:xfrm>
            <a:off x="834275" y="3352100"/>
            <a:ext cx="34107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5"/>
          </p:nvPr>
        </p:nvSpPr>
        <p:spPr>
          <a:xfrm>
            <a:off x="4899026" y="3352100"/>
            <a:ext cx="34107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8"/>
          <p:cNvSpPr txBox="1">
            <a:spLocks noGrp="1"/>
          </p:cNvSpPr>
          <p:nvPr>
            <p:ph type="subTitle" idx="6"/>
          </p:nvPr>
        </p:nvSpPr>
        <p:spPr>
          <a:xfrm>
            <a:off x="834274" y="2902400"/>
            <a:ext cx="34107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subTitle" idx="7"/>
          </p:nvPr>
        </p:nvSpPr>
        <p:spPr>
          <a:xfrm>
            <a:off x="4899024" y="1306475"/>
            <a:ext cx="34107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5" name="Google Shape;135;p18"/>
          <p:cNvSpPr txBox="1">
            <a:spLocks noGrp="1"/>
          </p:cNvSpPr>
          <p:nvPr>
            <p:ph type="subTitle" idx="8"/>
          </p:nvPr>
        </p:nvSpPr>
        <p:spPr>
          <a:xfrm>
            <a:off x="4899024" y="2902400"/>
            <a:ext cx="34107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6" name="Google Shape;136;p18"/>
          <p:cNvSpPr/>
          <p:nvPr/>
        </p:nvSpPr>
        <p:spPr>
          <a:xfrm rot="10800000" flipH="1">
            <a:off x="0" y="0"/>
            <a:ext cx="2571719" cy="883100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8"/>
          <p:cNvSpPr/>
          <p:nvPr/>
        </p:nvSpPr>
        <p:spPr>
          <a:xfrm flipH="1">
            <a:off x="6740252" y="4318149"/>
            <a:ext cx="2403746" cy="825420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" name="Google Shape;138;p18"/>
          <p:cNvGrpSpPr/>
          <p:nvPr/>
        </p:nvGrpSpPr>
        <p:grpSpPr>
          <a:xfrm flipH="1">
            <a:off x="-653300" y="3861400"/>
            <a:ext cx="1340300" cy="1022175"/>
            <a:chOff x="4552025" y="1720300"/>
            <a:chExt cx="1340300" cy="1022175"/>
          </a:xfrm>
        </p:grpSpPr>
        <p:sp>
          <p:nvSpPr>
            <p:cNvPr id="139" name="Google Shape;139;p18"/>
            <p:cNvSpPr/>
            <p:nvPr/>
          </p:nvSpPr>
          <p:spPr>
            <a:xfrm>
              <a:off x="5245525" y="2236225"/>
              <a:ext cx="646800" cy="490025"/>
            </a:xfrm>
            <a:custGeom>
              <a:avLst/>
              <a:gdLst/>
              <a:ahLst/>
              <a:cxnLst/>
              <a:rect l="l" t="t" r="r" b="b"/>
              <a:pathLst>
                <a:path w="25872" h="19601" extrusionOk="0">
                  <a:moveTo>
                    <a:pt x="24803" y="13923"/>
                  </a:moveTo>
                  <a:lnTo>
                    <a:pt x="3255" y="0"/>
                  </a:lnTo>
                  <a:lnTo>
                    <a:pt x="1" y="5038"/>
                  </a:lnTo>
                  <a:lnTo>
                    <a:pt x="21549" y="18959"/>
                  </a:lnTo>
                  <a:cubicBezTo>
                    <a:pt x="22542" y="19600"/>
                    <a:pt x="24074" y="18993"/>
                    <a:pt x="24972" y="17602"/>
                  </a:cubicBezTo>
                  <a:cubicBezTo>
                    <a:pt x="25871" y="16210"/>
                    <a:pt x="25796" y="14564"/>
                    <a:pt x="24803" y="139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8"/>
            <p:cNvSpPr/>
            <p:nvPr/>
          </p:nvSpPr>
          <p:spPr>
            <a:xfrm>
              <a:off x="4898350" y="1870800"/>
              <a:ext cx="759875" cy="871675"/>
            </a:xfrm>
            <a:custGeom>
              <a:avLst/>
              <a:gdLst/>
              <a:ahLst/>
              <a:cxnLst/>
              <a:rect l="l" t="t" r="r" b="b"/>
              <a:pathLst>
                <a:path w="30395" h="34867" extrusionOk="0">
                  <a:moveTo>
                    <a:pt x="24286" y="2373"/>
                  </a:moveTo>
                  <a:lnTo>
                    <a:pt x="21545" y="603"/>
                  </a:lnTo>
                  <a:lnTo>
                    <a:pt x="21208" y="1124"/>
                  </a:lnTo>
                  <a:cubicBezTo>
                    <a:pt x="15776" y="1"/>
                    <a:pt x="8980" y="3518"/>
                    <a:pt x="4697" y="10147"/>
                  </a:cubicBezTo>
                  <a:cubicBezTo>
                    <a:pt x="414" y="16775"/>
                    <a:pt x="1" y="24417"/>
                    <a:pt x="3259" y="28907"/>
                  </a:cubicBezTo>
                  <a:lnTo>
                    <a:pt x="2921" y="29429"/>
                  </a:lnTo>
                  <a:lnTo>
                    <a:pt x="5662" y="31200"/>
                  </a:lnTo>
                  <a:cubicBezTo>
                    <a:pt x="11337" y="34867"/>
                    <a:pt x="20108" y="31387"/>
                    <a:pt x="25251" y="23426"/>
                  </a:cubicBezTo>
                  <a:cubicBezTo>
                    <a:pt x="30395" y="15467"/>
                    <a:pt x="29962" y="6041"/>
                    <a:pt x="24286" y="237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8"/>
            <p:cNvSpPr/>
            <p:nvPr/>
          </p:nvSpPr>
          <p:spPr>
            <a:xfrm>
              <a:off x="4818650" y="1794175"/>
              <a:ext cx="771050" cy="904050"/>
            </a:xfrm>
            <a:custGeom>
              <a:avLst/>
              <a:gdLst/>
              <a:ahLst/>
              <a:cxnLst/>
              <a:rect l="l" t="t" r="r" b="b"/>
              <a:pathLst>
                <a:path w="30842" h="36162" extrusionOk="0">
                  <a:moveTo>
                    <a:pt x="25698" y="24721"/>
                  </a:moveTo>
                  <a:cubicBezTo>
                    <a:pt x="20555" y="32681"/>
                    <a:pt x="11786" y="36162"/>
                    <a:pt x="6109" y="32494"/>
                  </a:cubicBezTo>
                  <a:cubicBezTo>
                    <a:pt x="433" y="28827"/>
                    <a:pt x="1" y="19401"/>
                    <a:pt x="5144" y="11442"/>
                  </a:cubicBezTo>
                  <a:cubicBezTo>
                    <a:pt x="10287" y="3481"/>
                    <a:pt x="19058" y="1"/>
                    <a:pt x="24733" y="3668"/>
                  </a:cubicBezTo>
                  <a:cubicBezTo>
                    <a:pt x="30409" y="7334"/>
                    <a:pt x="30842" y="16760"/>
                    <a:pt x="25698" y="247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8"/>
            <p:cNvSpPr/>
            <p:nvPr/>
          </p:nvSpPr>
          <p:spPr>
            <a:xfrm>
              <a:off x="4784000" y="1796875"/>
              <a:ext cx="759825" cy="871725"/>
            </a:xfrm>
            <a:custGeom>
              <a:avLst/>
              <a:gdLst/>
              <a:ahLst/>
              <a:cxnLst/>
              <a:rect l="l" t="t" r="r" b="b"/>
              <a:pathLst>
                <a:path w="30393" h="34869" extrusionOk="0">
                  <a:moveTo>
                    <a:pt x="24285" y="2375"/>
                  </a:moveTo>
                  <a:lnTo>
                    <a:pt x="21544" y="603"/>
                  </a:lnTo>
                  <a:lnTo>
                    <a:pt x="21207" y="1126"/>
                  </a:lnTo>
                  <a:cubicBezTo>
                    <a:pt x="15775" y="1"/>
                    <a:pt x="8978" y="3520"/>
                    <a:pt x="4696" y="10148"/>
                  </a:cubicBezTo>
                  <a:cubicBezTo>
                    <a:pt x="413" y="16776"/>
                    <a:pt x="0" y="24419"/>
                    <a:pt x="3258" y="28908"/>
                  </a:cubicBezTo>
                  <a:lnTo>
                    <a:pt x="2921" y="29431"/>
                  </a:lnTo>
                  <a:lnTo>
                    <a:pt x="5660" y="31201"/>
                  </a:lnTo>
                  <a:cubicBezTo>
                    <a:pt x="11337" y="34868"/>
                    <a:pt x="20108" y="31389"/>
                    <a:pt x="25251" y="23428"/>
                  </a:cubicBezTo>
                  <a:cubicBezTo>
                    <a:pt x="30393" y="15468"/>
                    <a:pt x="29960" y="6042"/>
                    <a:pt x="24285" y="23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8"/>
            <p:cNvSpPr/>
            <p:nvPr/>
          </p:nvSpPr>
          <p:spPr>
            <a:xfrm>
              <a:off x="4704300" y="1720300"/>
              <a:ext cx="771025" cy="904025"/>
            </a:xfrm>
            <a:custGeom>
              <a:avLst/>
              <a:gdLst/>
              <a:ahLst/>
              <a:cxnLst/>
              <a:rect l="l" t="t" r="r" b="b"/>
              <a:pathLst>
                <a:path w="30841" h="36161" extrusionOk="0">
                  <a:moveTo>
                    <a:pt x="25698" y="24720"/>
                  </a:moveTo>
                  <a:cubicBezTo>
                    <a:pt x="20555" y="32680"/>
                    <a:pt x="11784" y="36161"/>
                    <a:pt x="6109" y="32494"/>
                  </a:cubicBezTo>
                  <a:cubicBezTo>
                    <a:pt x="432" y="28826"/>
                    <a:pt x="0" y="19400"/>
                    <a:pt x="5143" y="11441"/>
                  </a:cubicBezTo>
                  <a:cubicBezTo>
                    <a:pt x="10286" y="3480"/>
                    <a:pt x="19056" y="0"/>
                    <a:pt x="24732" y="3668"/>
                  </a:cubicBezTo>
                  <a:cubicBezTo>
                    <a:pt x="30409" y="7333"/>
                    <a:pt x="30841" y="16759"/>
                    <a:pt x="25698" y="247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4571150" y="1804825"/>
              <a:ext cx="653650" cy="490150"/>
            </a:xfrm>
            <a:custGeom>
              <a:avLst/>
              <a:gdLst/>
              <a:ahLst/>
              <a:cxnLst/>
              <a:rect l="l" t="t" r="r" b="b"/>
              <a:pathLst>
                <a:path w="26146" h="19606" extrusionOk="0">
                  <a:moveTo>
                    <a:pt x="25077" y="13928"/>
                  </a:moveTo>
                  <a:lnTo>
                    <a:pt x="3521" y="0"/>
                  </a:lnTo>
                  <a:lnTo>
                    <a:pt x="3391" y="201"/>
                  </a:lnTo>
                  <a:cubicBezTo>
                    <a:pt x="2502" y="170"/>
                    <a:pt x="1473" y="773"/>
                    <a:pt x="800" y="1814"/>
                  </a:cubicBezTo>
                  <a:cubicBezTo>
                    <a:pt x="128" y="2855"/>
                    <a:pt x="1" y="4039"/>
                    <a:pt x="397" y="4837"/>
                  </a:cubicBezTo>
                  <a:lnTo>
                    <a:pt x="267" y="5038"/>
                  </a:lnTo>
                  <a:lnTo>
                    <a:pt x="21823" y="18964"/>
                  </a:lnTo>
                  <a:cubicBezTo>
                    <a:pt x="22814" y="19606"/>
                    <a:pt x="24347" y="18998"/>
                    <a:pt x="25246" y="17606"/>
                  </a:cubicBezTo>
                  <a:cubicBezTo>
                    <a:pt x="26146" y="16215"/>
                    <a:pt x="26070" y="14568"/>
                    <a:pt x="25077" y="139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4552025" y="1789400"/>
              <a:ext cx="134750" cy="157950"/>
            </a:xfrm>
            <a:custGeom>
              <a:avLst/>
              <a:gdLst/>
              <a:ahLst/>
              <a:cxnLst/>
              <a:rect l="l" t="t" r="r" b="b"/>
              <a:pathLst>
                <a:path w="5390" h="6318" extrusionOk="0">
                  <a:moveTo>
                    <a:pt x="4490" y="4320"/>
                  </a:moveTo>
                  <a:cubicBezTo>
                    <a:pt x="3592" y="5710"/>
                    <a:pt x="2059" y="6318"/>
                    <a:pt x="1067" y="5678"/>
                  </a:cubicBezTo>
                  <a:cubicBezTo>
                    <a:pt x="76" y="5037"/>
                    <a:pt x="0" y="3389"/>
                    <a:pt x="898" y="1999"/>
                  </a:cubicBezTo>
                  <a:cubicBezTo>
                    <a:pt x="1797" y="608"/>
                    <a:pt x="3330" y="0"/>
                    <a:pt x="4321" y="640"/>
                  </a:cubicBezTo>
                  <a:cubicBezTo>
                    <a:pt x="5313" y="1282"/>
                    <a:pt x="5389" y="2929"/>
                    <a:pt x="4490" y="43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9"/>
          <p:cNvSpPr/>
          <p:nvPr/>
        </p:nvSpPr>
        <p:spPr>
          <a:xfrm rot="10800000">
            <a:off x="6579147" y="-6868"/>
            <a:ext cx="2571719" cy="883100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0" y="4318149"/>
            <a:ext cx="2403746" cy="825420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9"/>
          <p:cNvSpPr/>
          <p:nvPr/>
        </p:nvSpPr>
        <p:spPr>
          <a:xfrm flipH="1">
            <a:off x="-799852" y="445025"/>
            <a:ext cx="1421850" cy="1421850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0"/>
          <p:cNvSpPr/>
          <p:nvPr/>
        </p:nvSpPr>
        <p:spPr>
          <a:xfrm rot="10800000" flipH="1">
            <a:off x="0" y="-6868"/>
            <a:ext cx="2571719" cy="883100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0"/>
          <p:cNvSpPr/>
          <p:nvPr/>
        </p:nvSpPr>
        <p:spPr>
          <a:xfrm flipH="1">
            <a:off x="6747120" y="4318149"/>
            <a:ext cx="2403746" cy="825420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0"/>
          <p:cNvSpPr/>
          <p:nvPr/>
        </p:nvSpPr>
        <p:spPr>
          <a:xfrm>
            <a:off x="-975350" y="4195157"/>
            <a:ext cx="1635402" cy="1635402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1"/>
          <p:cNvSpPr txBox="1">
            <a:spLocks noGrp="1"/>
          </p:cNvSpPr>
          <p:nvPr>
            <p:ph type="subTitle" idx="1"/>
          </p:nvPr>
        </p:nvSpPr>
        <p:spPr>
          <a:xfrm>
            <a:off x="720000" y="1819969"/>
            <a:ext cx="2459100" cy="90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1"/>
          <p:cNvSpPr txBox="1">
            <a:spLocks noGrp="1"/>
          </p:cNvSpPr>
          <p:nvPr>
            <p:ph type="subTitle" idx="2"/>
          </p:nvPr>
        </p:nvSpPr>
        <p:spPr>
          <a:xfrm>
            <a:off x="3342473" y="1819969"/>
            <a:ext cx="2459100" cy="90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1"/>
          <p:cNvSpPr txBox="1">
            <a:spLocks noGrp="1"/>
          </p:cNvSpPr>
          <p:nvPr>
            <p:ph type="subTitle" idx="3"/>
          </p:nvPr>
        </p:nvSpPr>
        <p:spPr>
          <a:xfrm>
            <a:off x="5964606" y="1819969"/>
            <a:ext cx="2459700" cy="90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1"/>
          <p:cNvSpPr txBox="1">
            <a:spLocks noGrp="1"/>
          </p:cNvSpPr>
          <p:nvPr>
            <p:ph type="subTitle" idx="4"/>
          </p:nvPr>
        </p:nvSpPr>
        <p:spPr>
          <a:xfrm>
            <a:off x="720000" y="3436425"/>
            <a:ext cx="2459100" cy="90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5"/>
          </p:nvPr>
        </p:nvSpPr>
        <p:spPr>
          <a:xfrm>
            <a:off x="3342473" y="3436425"/>
            <a:ext cx="2459100" cy="90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6"/>
          </p:nvPr>
        </p:nvSpPr>
        <p:spPr>
          <a:xfrm>
            <a:off x="5970306" y="3436425"/>
            <a:ext cx="2454000" cy="90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7"/>
          </p:nvPr>
        </p:nvSpPr>
        <p:spPr>
          <a:xfrm>
            <a:off x="720000" y="13528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8"/>
          </p:nvPr>
        </p:nvSpPr>
        <p:spPr>
          <a:xfrm>
            <a:off x="3342479" y="13528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9"/>
          </p:nvPr>
        </p:nvSpPr>
        <p:spPr>
          <a:xfrm>
            <a:off x="5964606" y="1352875"/>
            <a:ext cx="24597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13"/>
          </p:nvPr>
        </p:nvSpPr>
        <p:spPr>
          <a:xfrm>
            <a:off x="720000" y="29732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14"/>
          </p:nvPr>
        </p:nvSpPr>
        <p:spPr>
          <a:xfrm>
            <a:off x="3342479" y="29732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15"/>
          </p:nvPr>
        </p:nvSpPr>
        <p:spPr>
          <a:xfrm>
            <a:off x="5965206" y="29732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0" name="Google Shape;170;p21"/>
          <p:cNvSpPr/>
          <p:nvPr/>
        </p:nvSpPr>
        <p:spPr>
          <a:xfrm rot="10800000">
            <a:off x="6572280" y="0"/>
            <a:ext cx="2571719" cy="883100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1"/>
          <p:cNvSpPr/>
          <p:nvPr/>
        </p:nvSpPr>
        <p:spPr>
          <a:xfrm>
            <a:off x="0" y="4318149"/>
            <a:ext cx="2403746" cy="825420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1"/>
          <p:cNvSpPr/>
          <p:nvPr/>
        </p:nvSpPr>
        <p:spPr>
          <a:xfrm>
            <a:off x="7660725" y="4535125"/>
            <a:ext cx="1168535" cy="1168535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>
            <a:spLocks noGrp="1"/>
          </p:cNvSpPr>
          <p:nvPr>
            <p:ph type="ctrTitle"/>
          </p:nvPr>
        </p:nvSpPr>
        <p:spPr>
          <a:xfrm>
            <a:off x="2382250" y="611200"/>
            <a:ext cx="4379400" cy="105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1"/>
          </p:nvPr>
        </p:nvSpPr>
        <p:spPr>
          <a:xfrm>
            <a:off x="2382350" y="1624200"/>
            <a:ext cx="4379400" cy="10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76" name="Google Shape;176;p22"/>
          <p:cNvSpPr txBox="1"/>
          <p:nvPr/>
        </p:nvSpPr>
        <p:spPr>
          <a:xfrm>
            <a:off x="2382325" y="3792050"/>
            <a:ext cx="4379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CREDITS: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u="sng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,</a:t>
            </a:r>
            <a:r>
              <a:rPr lang="en" sz="10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including icons by </a:t>
            </a:r>
            <a:r>
              <a:rPr lang="en" sz="1000" b="1" u="sng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u="sng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,</a:t>
            </a:r>
            <a:r>
              <a:rPr lang="en" sz="10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and infographics &amp; images by </a:t>
            </a:r>
            <a:r>
              <a:rPr lang="en" sz="1000" b="1" u="sng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7" name="Google Shape;177;p22"/>
          <p:cNvSpPr/>
          <p:nvPr/>
        </p:nvSpPr>
        <p:spPr>
          <a:xfrm flipH="1">
            <a:off x="-750475" y="1465150"/>
            <a:ext cx="1275878" cy="1275878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2"/>
          <p:cNvSpPr/>
          <p:nvPr/>
        </p:nvSpPr>
        <p:spPr>
          <a:xfrm flipH="1">
            <a:off x="6165809" y="4121350"/>
            <a:ext cx="2976644" cy="1022147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2"/>
          <p:cNvSpPr/>
          <p:nvPr/>
        </p:nvSpPr>
        <p:spPr>
          <a:xfrm flipH="1">
            <a:off x="8516083" y="2343626"/>
            <a:ext cx="1376845" cy="1376845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2"/>
          <p:cNvSpPr/>
          <p:nvPr/>
        </p:nvSpPr>
        <p:spPr>
          <a:xfrm rot="10800000" flipH="1">
            <a:off x="-1541" y="0"/>
            <a:ext cx="2976644" cy="1022147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/>
          <p:nvPr/>
        </p:nvSpPr>
        <p:spPr>
          <a:xfrm rot="10800000">
            <a:off x="6579147" y="-6868"/>
            <a:ext cx="2571719" cy="883100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3"/>
          <p:cNvSpPr/>
          <p:nvPr/>
        </p:nvSpPr>
        <p:spPr>
          <a:xfrm>
            <a:off x="0" y="4318149"/>
            <a:ext cx="2403746" cy="825420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3"/>
          <p:cNvSpPr/>
          <p:nvPr/>
        </p:nvSpPr>
        <p:spPr>
          <a:xfrm flipH="1">
            <a:off x="8572169" y="3334026"/>
            <a:ext cx="1022185" cy="1022185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/>
          <p:nvPr/>
        </p:nvSpPr>
        <p:spPr>
          <a:xfrm flipH="1">
            <a:off x="-750475" y="1465150"/>
            <a:ext cx="1275878" cy="1275878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4"/>
          <p:cNvSpPr/>
          <p:nvPr/>
        </p:nvSpPr>
        <p:spPr>
          <a:xfrm flipH="1">
            <a:off x="6165809" y="4121350"/>
            <a:ext cx="2976644" cy="1022147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4"/>
          <p:cNvSpPr/>
          <p:nvPr/>
        </p:nvSpPr>
        <p:spPr>
          <a:xfrm flipH="1">
            <a:off x="8516083" y="2343626"/>
            <a:ext cx="1376845" cy="1376845"/>
          </a:xfrm>
          <a:custGeom>
            <a:avLst/>
            <a:gdLst/>
            <a:ahLst/>
            <a:cxnLst/>
            <a:rect l="l" t="t" r="r" b="b"/>
            <a:pathLst>
              <a:path w="18890" h="18890" extrusionOk="0">
                <a:moveTo>
                  <a:pt x="15528" y="3361"/>
                </a:moveTo>
                <a:cubicBezTo>
                  <a:pt x="12169" y="1"/>
                  <a:pt x="6721" y="1"/>
                  <a:pt x="3360" y="3361"/>
                </a:cubicBezTo>
                <a:cubicBezTo>
                  <a:pt x="1" y="6721"/>
                  <a:pt x="1" y="12169"/>
                  <a:pt x="3360" y="15530"/>
                </a:cubicBezTo>
                <a:cubicBezTo>
                  <a:pt x="6721" y="18889"/>
                  <a:pt x="12169" y="18889"/>
                  <a:pt x="15528" y="15530"/>
                </a:cubicBezTo>
                <a:cubicBezTo>
                  <a:pt x="18889" y="12169"/>
                  <a:pt x="18889" y="6721"/>
                  <a:pt x="15528" y="3361"/>
                </a:cubicBezTo>
                <a:close/>
                <a:moveTo>
                  <a:pt x="11918" y="11918"/>
                </a:moveTo>
                <a:cubicBezTo>
                  <a:pt x="10551" y="13283"/>
                  <a:pt x="8337" y="13283"/>
                  <a:pt x="6972" y="11918"/>
                </a:cubicBezTo>
                <a:cubicBezTo>
                  <a:pt x="5607" y="10553"/>
                  <a:pt x="5607" y="8338"/>
                  <a:pt x="6972" y="6972"/>
                </a:cubicBezTo>
                <a:cubicBezTo>
                  <a:pt x="8337" y="5607"/>
                  <a:pt x="10551" y="5607"/>
                  <a:pt x="11918" y="6972"/>
                </a:cubicBezTo>
                <a:cubicBezTo>
                  <a:pt x="13283" y="8338"/>
                  <a:pt x="13283" y="10553"/>
                  <a:pt x="11918" y="119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4"/>
          <p:cNvSpPr/>
          <p:nvPr/>
        </p:nvSpPr>
        <p:spPr>
          <a:xfrm rot="10800000" flipH="1">
            <a:off x="-1541" y="0"/>
            <a:ext cx="2976644" cy="1022147"/>
          </a:xfrm>
          <a:custGeom>
            <a:avLst/>
            <a:gdLst/>
            <a:ahLst/>
            <a:cxnLst/>
            <a:rect l="l" t="t" r="r" b="b"/>
            <a:pathLst>
              <a:path w="210624" h="72326" extrusionOk="0">
                <a:moveTo>
                  <a:pt x="0" y="72325"/>
                </a:moveTo>
                <a:lnTo>
                  <a:pt x="0" y="0"/>
                </a:lnTo>
                <a:lnTo>
                  <a:pt x="210624" y="723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>
            <a:spLocks noGrp="1"/>
          </p:cNvSpPr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eko"/>
              <a:buNone/>
              <a:defRPr sz="30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eko"/>
              <a:buNone/>
              <a:defRPr sz="30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eko"/>
              <a:buNone/>
              <a:defRPr sz="30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eko"/>
              <a:buNone/>
              <a:defRPr sz="30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eko"/>
              <a:buNone/>
              <a:defRPr sz="30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eko"/>
              <a:buNone/>
              <a:defRPr sz="30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eko"/>
              <a:buNone/>
              <a:defRPr sz="30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eko"/>
              <a:buNone/>
              <a:defRPr sz="30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eko"/>
              <a:buNone/>
              <a:defRPr sz="3000" b="1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●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○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■"/>
              <a:defRPr sz="12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92" name="Google Shape;192;p25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itclass-app.onrender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fitclass-app.onrender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28"/>
          <p:cNvGrpSpPr/>
          <p:nvPr/>
        </p:nvGrpSpPr>
        <p:grpSpPr>
          <a:xfrm>
            <a:off x="4724450" y="3351325"/>
            <a:ext cx="4323250" cy="2122250"/>
            <a:chOff x="4482575" y="2774525"/>
            <a:chExt cx="4323250" cy="2122250"/>
          </a:xfrm>
        </p:grpSpPr>
        <p:sp>
          <p:nvSpPr>
            <p:cNvPr id="201" name="Google Shape;201;p28"/>
            <p:cNvSpPr/>
            <p:nvPr/>
          </p:nvSpPr>
          <p:spPr>
            <a:xfrm>
              <a:off x="4482575" y="3839500"/>
              <a:ext cx="898975" cy="653350"/>
            </a:xfrm>
            <a:custGeom>
              <a:avLst/>
              <a:gdLst/>
              <a:ahLst/>
              <a:cxnLst/>
              <a:rect l="l" t="t" r="r" b="b"/>
              <a:pathLst>
                <a:path w="35959" h="26134" extrusionOk="0">
                  <a:moveTo>
                    <a:pt x="17148" y="18042"/>
                  </a:moveTo>
                  <a:cubicBezTo>
                    <a:pt x="19515" y="18994"/>
                    <a:pt x="20697" y="21045"/>
                    <a:pt x="22640" y="22340"/>
                  </a:cubicBezTo>
                  <a:cubicBezTo>
                    <a:pt x="22641" y="22340"/>
                    <a:pt x="30350" y="26134"/>
                    <a:pt x="30350" y="26134"/>
                  </a:cubicBezTo>
                  <a:lnTo>
                    <a:pt x="35959" y="14737"/>
                  </a:lnTo>
                  <a:lnTo>
                    <a:pt x="28249" y="10942"/>
                  </a:lnTo>
                  <a:cubicBezTo>
                    <a:pt x="26038" y="10193"/>
                    <a:pt x="23689" y="10508"/>
                    <a:pt x="21494" y="9214"/>
                  </a:cubicBezTo>
                  <a:cubicBezTo>
                    <a:pt x="19127" y="8262"/>
                    <a:pt x="17945" y="6211"/>
                    <a:pt x="16001" y="4916"/>
                  </a:cubicBezTo>
                  <a:cubicBezTo>
                    <a:pt x="16001" y="4916"/>
                    <a:pt x="7227" y="598"/>
                    <a:pt x="7227" y="598"/>
                  </a:cubicBezTo>
                  <a:cubicBezTo>
                    <a:pt x="5368" y="0"/>
                    <a:pt x="1" y="10884"/>
                    <a:pt x="1619" y="11996"/>
                  </a:cubicBezTo>
                  <a:cubicBezTo>
                    <a:pt x="1619" y="11996"/>
                    <a:pt x="10393" y="16314"/>
                    <a:pt x="10393" y="16314"/>
                  </a:cubicBezTo>
                  <a:cubicBezTo>
                    <a:pt x="12604" y="17063"/>
                    <a:pt x="14952" y="16748"/>
                    <a:pt x="17148" y="180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8"/>
            <p:cNvSpPr/>
            <p:nvPr/>
          </p:nvSpPr>
          <p:spPr>
            <a:xfrm>
              <a:off x="4563700" y="3879275"/>
              <a:ext cx="234575" cy="326600"/>
            </a:xfrm>
            <a:custGeom>
              <a:avLst/>
              <a:gdLst/>
              <a:ahLst/>
              <a:cxnLst/>
              <a:rect l="l" t="t" r="r" b="b"/>
              <a:pathLst>
                <a:path w="9383" h="13064" extrusionOk="0">
                  <a:moveTo>
                    <a:pt x="3775" y="13063"/>
                  </a:moveTo>
                  <a:cubicBezTo>
                    <a:pt x="2161" y="11952"/>
                    <a:pt x="7518" y="1064"/>
                    <a:pt x="9383" y="1666"/>
                  </a:cubicBezTo>
                  <a:lnTo>
                    <a:pt x="7223" y="602"/>
                  </a:lnTo>
                  <a:cubicBezTo>
                    <a:pt x="5358" y="1"/>
                    <a:pt x="0" y="10889"/>
                    <a:pt x="1614" y="11999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8"/>
            <p:cNvSpPr/>
            <p:nvPr/>
          </p:nvSpPr>
          <p:spPr>
            <a:xfrm>
              <a:off x="5065000" y="4125950"/>
              <a:ext cx="234600" cy="326575"/>
            </a:xfrm>
            <a:custGeom>
              <a:avLst/>
              <a:gdLst/>
              <a:ahLst/>
              <a:cxnLst/>
              <a:rect l="l" t="t" r="r" b="b"/>
              <a:pathLst>
                <a:path w="9384" h="13063" extrusionOk="0">
                  <a:moveTo>
                    <a:pt x="3776" y="13062"/>
                  </a:moveTo>
                  <a:cubicBezTo>
                    <a:pt x="2161" y="11951"/>
                    <a:pt x="7520" y="1064"/>
                    <a:pt x="9383" y="1665"/>
                  </a:cubicBezTo>
                  <a:lnTo>
                    <a:pt x="7223" y="602"/>
                  </a:lnTo>
                  <a:cubicBezTo>
                    <a:pt x="5358" y="0"/>
                    <a:pt x="0" y="10890"/>
                    <a:pt x="1614" y="1200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8"/>
            <p:cNvSpPr/>
            <p:nvPr/>
          </p:nvSpPr>
          <p:spPr>
            <a:xfrm>
              <a:off x="5200975" y="4192850"/>
              <a:ext cx="220925" cy="315025"/>
            </a:xfrm>
            <a:custGeom>
              <a:avLst/>
              <a:gdLst/>
              <a:ahLst/>
              <a:cxnLst/>
              <a:rect l="l" t="t" r="r" b="b"/>
              <a:pathLst>
                <a:path w="8837" h="12601" extrusionOk="0">
                  <a:moveTo>
                    <a:pt x="1614" y="12000"/>
                  </a:moveTo>
                  <a:cubicBezTo>
                    <a:pt x="0" y="10889"/>
                    <a:pt x="5358" y="0"/>
                    <a:pt x="7223" y="603"/>
                  </a:cubicBezTo>
                  <a:cubicBezTo>
                    <a:pt x="8836" y="1714"/>
                    <a:pt x="3478" y="12601"/>
                    <a:pt x="1614" y="1200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8"/>
            <p:cNvSpPr/>
            <p:nvPr/>
          </p:nvSpPr>
          <p:spPr>
            <a:xfrm>
              <a:off x="8057700" y="2774525"/>
              <a:ext cx="748125" cy="870450"/>
            </a:xfrm>
            <a:custGeom>
              <a:avLst/>
              <a:gdLst/>
              <a:ahLst/>
              <a:cxnLst/>
              <a:rect l="l" t="t" r="r" b="b"/>
              <a:pathLst>
                <a:path w="29925" h="34818" extrusionOk="0">
                  <a:moveTo>
                    <a:pt x="10174" y="15721"/>
                  </a:moveTo>
                  <a:cubicBezTo>
                    <a:pt x="8842" y="17896"/>
                    <a:pt x="6623" y="18720"/>
                    <a:pt x="5022" y="20421"/>
                  </a:cubicBezTo>
                  <a:cubicBezTo>
                    <a:pt x="5023" y="20421"/>
                    <a:pt x="0" y="27393"/>
                    <a:pt x="0" y="27393"/>
                  </a:cubicBezTo>
                  <a:lnTo>
                    <a:pt x="10305" y="34818"/>
                  </a:lnTo>
                  <a:lnTo>
                    <a:pt x="15328" y="27846"/>
                  </a:lnTo>
                  <a:cubicBezTo>
                    <a:pt x="16435" y="25793"/>
                    <a:pt x="16516" y="23423"/>
                    <a:pt x="18157" y="21473"/>
                  </a:cubicBezTo>
                  <a:cubicBezTo>
                    <a:pt x="19488" y="19297"/>
                    <a:pt x="21708" y="18473"/>
                    <a:pt x="23308" y="16772"/>
                  </a:cubicBezTo>
                  <a:cubicBezTo>
                    <a:pt x="23308" y="16772"/>
                    <a:pt x="29025" y="8838"/>
                    <a:pt x="29025" y="8838"/>
                  </a:cubicBezTo>
                  <a:cubicBezTo>
                    <a:pt x="29924" y="7104"/>
                    <a:pt x="20085" y="0"/>
                    <a:pt x="18719" y="1413"/>
                  </a:cubicBezTo>
                  <a:cubicBezTo>
                    <a:pt x="18719" y="1413"/>
                    <a:pt x="13002" y="9347"/>
                    <a:pt x="13002" y="9347"/>
                  </a:cubicBezTo>
                  <a:cubicBezTo>
                    <a:pt x="11894" y="11402"/>
                    <a:pt x="11815" y="13770"/>
                    <a:pt x="10174" y="157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8"/>
            <p:cNvSpPr/>
            <p:nvPr/>
          </p:nvSpPr>
          <p:spPr>
            <a:xfrm>
              <a:off x="8437675" y="2847875"/>
              <a:ext cx="315450" cy="269700"/>
            </a:xfrm>
            <a:custGeom>
              <a:avLst/>
              <a:gdLst/>
              <a:ahLst/>
              <a:cxnLst/>
              <a:rect l="l" t="t" r="r" b="b"/>
              <a:pathLst>
                <a:path w="12618" h="10788" extrusionOk="0">
                  <a:moveTo>
                    <a:pt x="1" y="3363"/>
                  </a:moveTo>
                  <a:cubicBezTo>
                    <a:pt x="1365" y="1956"/>
                    <a:pt x="11209" y="9050"/>
                    <a:pt x="10306" y="10787"/>
                  </a:cubicBezTo>
                  <a:lnTo>
                    <a:pt x="11714" y="8834"/>
                  </a:lnTo>
                  <a:cubicBezTo>
                    <a:pt x="12617" y="7096"/>
                    <a:pt x="2772" y="0"/>
                    <a:pt x="1409" y="1409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8"/>
            <p:cNvSpPr/>
            <p:nvPr/>
          </p:nvSpPr>
          <p:spPr>
            <a:xfrm>
              <a:off x="8111050" y="3301175"/>
              <a:ext cx="315475" cy="269700"/>
            </a:xfrm>
            <a:custGeom>
              <a:avLst/>
              <a:gdLst/>
              <a:ahLst/>
              <a:cxnLst/>
              <a:rect l="l" t="t" r="r" b="b"/>
              <a:pathLst>
                <a:path w="12619" h="10788" extrusionOk="0">
                  <a:moveTo>
                    <a:pt x="1" y="3363"/>
                  </a:moveTo>
                  <a:cubicBezTo>
                    <a:pt x="1366" y="1956"/>
                    <a:pt x="11211" y="9050"/>
                    <a:pt x="10307" y="10788"/>
                  </a:cubicBezTo>
                  <a:lnTo>
                    <a:pt x="11714" y="8834"/>
                  </a:lnTo>
                  <a:cubicBezTo>
                    <a:pt x="12619" y="7095"/>
                    <a:pt x="2772" y="1"/>
                    <a:pt x="1409" y="1409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8"/>
            <p:cNvSpPr/>
            <p:nvPr/>
          </p:nvSpPr>
          <p:spPr>
            <a:xfrm>
              <a:off x="8035100" y="3424150"/>
              <a:ext cx="302825" cy="256000"/>
            </a:xfrm>
            <a:custGeom>
              <a:avLst/>
              <a:gdLst/>
              <a:ahLst/>
              <a:cxnLst/>
              <a:rect l="l" t="t" r="r" b="b"/>
              <a:pathLst>
                <a:path w="12113" h="10240" extrusionOk="0">
                  <a:moveTo>
                    <a:pt x="904" y="1408"/>
                  </a:moveTo>
                  <a:cubicBezTo>
                    <a:pt x="2268" y="1"/>
                    <a:pt x="12113" y="7095"/>
                    <a:pt x="11209" y="8833"/>
                  </a:cubicBezTo>
                  <a:cubicBezTo>
                    <a:pt x="9846" y="10240"/>
                    <a:pt x="1" y="3147"/>
                    <a:pt x="904" y="140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8"/>
            <p:cNvSpPr/>
            <p:nvPr/>
          </p:nvSpPr>
          <p:spPr>
            <a:xfrm>
              <a:off x="5311425" y="3261825"/>
              <a:ext cx="2871500" cy="1634950"/>
            </a:xfrm>
            <a:custGeom>
              <a:avLst/>
              <a:gdLst/>
              <a:ahLst/>
              <a:cxnLst/>
              <a:rect l="l" t="t" r="r" b="b"/>
              <a:pathLst>
                <a:path w="114860" h="65398" fill="none" extrusionOk="0">
                  <a:moveTo>
                    <a:pt x="0" y="43541"/>
                  </a:moveTo>
                  <a:cubicBezTo>
                    <a:pt x="44419" y="65398"/>
                    <a:pt x="87709" y="60163"/>
                    <a:pt x="98412" y="38409"/>
                  </a:cubicBezTo>
                  <a:cubicBezTo>
                    <a:pt x="109117" y="16654"/>
                    <a:pt x="68059" y="0"/>
                    <a:pt x="56980" y="16450"/>
                  </a:cubicBezTo>
                  <a:cubicBezTo>
                    <a:pt x="43833" y="35972"/>
                    <a:pt x="92518" y="47665"/>
                    <a:pt x="114859" y="11109"/>
                  </a:cubicBezTo>
                </a:path>
              </a:pathLst>
            </a:custGeom>
            <a:noFill/>
            <a:ln w="2002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0" name="Google Shape;210;p28"/>
          <p:cNvSpPr txBox="1">
            <a:spLocks noGrp="1"/>
          </p:cNvSpPr>
          <p:nvPr>
            <p:ph type="ctrTitle"/>
          </p:nvPr>
        </p:nvSpPr>
        <p:spPr>
          <a:xfrm>
            <a:off x="715275" y="1183925"/>
            <a:ext cx="7713600" cy="230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9400" err="1">
                <a:solidFill>
                  <a:schemeClr val="lt2"/>
                </a:solidFill>
              </a:rPr>
              <a:t>FitClassMaster</a:t>
            </a:r>
            <a:endParaRPr lang="en-US">
              <a:solidFill>
                <a:schemeClr val="lt2"/>
              </a:solidFill>
            </a:endParaRPr>
          </a:p>
        </p:txBody>
      </p:sp>
      <p:sp>
        <p:nvSpPr>
          <p:cNvPr id="211" name="Google Shape;211;p28"/>
          <p:cNvSpPr txBox="1">
            <a:spLocks noGrp="1"/>
          </p:cNvSpPr>
          <p:nvPr>
            <p:ph type="subTitle" idx="1"/>
          </p:nvPr>
        </p:nvSpPr>
        <p:spPr>
          <a:xfrm>
            <a:off x="715125" y="3550075"/>
            <a:ext cx="77136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Martin Hristov 0MI0600343</a:t>
            </a:r>
          </a:p>
          <a:p>
            <a:pPr marL="0" indent="0"/>
            <a:endParaRPr lang="en" dirty="0"/>
          </a:p>
          <a:p>
            <a:r>
              <a:rPr lang="en" b="1"/>
              <a:t>Live Demo:</a:t>
            </a:r>
            <a:r>
              <a:rPr lang="en" dirty="0"/>
              <a:t> </a:t>
            </a:r>
            <a:r>
              <a:rPr lang="en" dirty="0">
                <a:hlinkClick r:id="rId3"/>
              </a:rPr>
              <a:t>https://fitclass-app.onrender.com/</a:t>
            </a:r>
            <a:endParaRPr lang="en">
              <a:solidFill>
                <a:srgbClr val="000000"/>
              </a:solidFill>
            </a:endParaRPr>
          </a:p>
          <a:p>
            <a:pPr marL="0" indent="0"/>
            <a:endParaRPr lang="en" dirty="0"/>
          </a:p>
        </p:txBody>
      </p:sp>
      <p:grpSp>
        <p:nvGrpSpPr>
          <p:cNvPr id="212" name="Google Shape;212;p28"/>
          <p:cNvGrpSpPr/>
          <p:nvPr/>
        </p:nvGrpSpPr>
        <p:grpSpPr>
          <a:xfrm>
            <a:off x="333025" y="122325"/>
            <a:ext cx="1551350" cy="1342825"/>
            <a:chOff x="305350" y="253700"/>
            <a:chExt cx="1551350" cy="1342825"/>
          </a:xfrm>
        </p:grpSpPr>
        <p:sp>
          <p:nvSpPr>
            <p:cNvPr id="213" name="Google Shape;213;p28"/>
            <p:cNvSpPr/>
            <p:nvPr/>
          </p:nvSpPr>
          <p:spPr>
            <a:xfrm>
              <a:off x="305350" y="743175"/>
              <a:ext cx="721625" cy="853350"/>
            </a:xfrm>
            <a:custGeom>
              <a:avLst/>
              <a:gdLst/>
              <a:ahLst/>
              <a:cxnLst/>
              <a:rect l="l" t="t" r="r" b="b"/>
              <a:pathLst>
                <a:path w="28865" h="34134" extrusionOk="0">
                  <a:moveTo>
                    <a:pt x="22788" y="30913"/>
                  </a:moveTo>
                  <a:lnTo>
                    <a:pt x="24099" y="30157"/>
                  </a:lnTo>
                  <a:lnTo>
                    <a:pt x="24028" y="30034"/>
                  </a:lnTo>
                  <a:cubicBezTo>
                    <a:pt x="28463" y="26270"/>
                    <a:pt x="28864" y="18121"/>
                    <a:pt x="24708" y="10924"/>
                  </a:cubicBezTo>
                  <a:cubicBezTo>
                    <a:pt x="20554" y="3727"/>
                    <a:pt x="13296" y="1"/>
                    <a:pt x="7820" y="1960"/>
                  </a:cubicBezTo>
                  <a:lnTo>
                    <a:pt x="7753" y="1845"/>
                  </a:lnTo>
                  <a:lnTo>
                    <a:pt x="6698" y="2456"/>
                  </a:lnTo>
                  <a:cubicBezTo>
                    <a:pt x="6611" y="2501"/>
                    <a:pt x="6523" y="2545"/>
                    <a:pt x="6437" y="2593"/>
                  </a:cubicBezTo>
                  <a:cubicBezTo>
                    <a:pt x="862" y="5814"/>
                    <a:pt x="0" y="14763"/>
                    <a:pt x="4516" y="22584"/>
                  </a:cubicBezTo>
                  <a:cubicBezTo>
                    <a:pt x="9031" y="30403"/>
                    <a:pt x="17212" y="34133"/>
                    <a:pt x="22788" y="309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8"/>
            <p:cNvSpPr/>
            <p:nvPr/>
          </p:nvSpPr>
          <p:spPr>
            <a:xfrm>
              <a:off x="346775" y="703625"/>
              <a:ext cx="730600" cy="868975"/>
            </a:xfrm>
            <a:custGeom>
              <a:avLst/>
              <a:gdLst/>
              <a:ahLst/>
              <a:cxnLst/>
              <a:rect l="l" t="t" r="r" b="b"/>
              <a:pathLst>
                <a:path w="29224" h="34759" extrusionOk="0">
                  <a:moveTo>
                    <a:pt x="4515" y="23208"/>
                  </a:moveTo>
                  <a:cubicBezTo>
                    <a:pt x="0" y="15388"/>
                    <a:pt x="860" y="6438"/>
                    <a:pt x="6437" y="3219"/>
                  </a:cubicBezTo>
                  <a:cubicBezTo>
                    <a:pt x="12013" y="0"/>
                    <a:pt x="20193" y="3730"/>
                    <a:pt x="24708" y="11550"/>
                  </a:cubicBezTo>
                  <a:cubicBezTo>
                    <a:pt x="29223" y="19371"/>
                    <a:pt x="28363" y="28320"/>
                    <a:pt x="22787" y="31539"/>
                  </a:cubicBezTo>
                  <a:cubicBezTo>
                    <a:pt x="17212" y="34758"/>
                    <a:pt x="9030" y="31029"/>
                    <a:pt x="4515" y="232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8"/>
            <p:cNvSpPr/>
            <p:nvPr/>
          </p:nvSpPr>
          <p:spPr>
            <a:xfrm>
              <a:off x="580850" y="1000550"/>
              <a:ext cx="250425" cy="275000"/>
            </a:xfrm>
            <a:custGeom>
              <a:avLst/>
              <a:gdLst/>
              <a:ahLst/>
              <a:cxnLst/>
              <a:rect l="l" t="t" r="r" b="b"/>
              <a:pathLst>
                <a:path w="10017" h="11000" extrusionOk="0">
                  <a:moveTo>
                    <a:pt x="3911" y="1"/>
                  </a:moveTo>
                  <a:cubicBezTo>
                    <a:pt x="3345" y="1"/>
                    <a:pt x="2801" y="134"/>
                    <a:pt x="2313" y="416"/>
                  </a:cubicBezTo>
                  <a:cubicBezTo>
                    <a:pt x="310" y="1573"/>
                    <a:pt x="1" y="4787"/>
                    <a:pt x="1623" y="7594"/>
                  </a:cubicBezTo>
                  <a:cubicBezTo>
                    <a:pt x="2402" y="8943"/>
                    <a:pt x="3530" y="10015"/>
                    <a:pt x="4761" y="10576"/>
                  </a:cubicBezTo>
                  <a:cubicBezTo>
                    <a:pt x="5379" y="10858"/>
                    <a:pt x="5998" y="10999"/>
                    <a:pt x="6583" y="10999"/>
                  </a:cubicBezTo>
                  <a:cubicBezTo>
                    <a:pt x="7161" y="10999"/>
                    <a:pt x="7706" y="10862"/>
                    <a:pt x="8183" y="10586"/>
                  </a:cubicBezTo>
                  <a:cubicBezTo>
                    <a:pt x="9146" y="10031"/>
                    <a:pt x="9758" y="8963"/>
                    <a:pt x="9887" y="7617"/>
                  </a:cubicBezTo>
                  <a:cubicBezTo>
                    <a:pt x="10017" y="6271"/>
                    <a:pt x="9652" y="4757"/>
                    <a:pt x="8873" y="3408"/>
                  </a:cubicBezTo>
                  <a:cubicBezTo>
                    <a:pt x="7648" y="1284"/>
                    <a:pt x="5669" y="1"/>
                    <a:pt x="39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8"/>
            <p:cNvSpPr/>
            <p:nvPr/>
          </p:nvSpPr>
          <p:spPr>
            <a:xfrm>
              <a:off x="648250" y="1062175"/>
              <a:ext cx="127675" cy="151850"/>
            </a:xfrm>
            <a:custGeom>
              <a:avLst/>
              <a:gdLst/>
              <a:ahLst/>
              <a:cxnLst/>
              <a:rect l="l" t="t" r="r" b="b"/>
              <a:pathLst>
                <a:path w="5107" h="6074" extrusionOk="0">
                  <a:moveTo>
                    <a:pt x="789" y="4055"/>
                  </a:moveTo>
                  <a:cubicBezTo>
                    <a:pt x="0" y="2689"/>
                    <a:pt x="150" y="1125"/>
                    <a:pt x="1125" y="564"/>
                  </a:cubicBezTo>
                  <a:cubicBezTo>
                    <a:pt x="2098" y="1"/>
                    <a:pt x="3528" y="653"/>
                    <a:pt x="4317" y="2019"/>
                  </a:cubicBezTo>
                  <a:cubicBezTo>
                    <a:pt x="5107" y="3386"/>
                    <a:pt x="4955" y="4949"/>
                    <a:pt x="3982" y="5511"/>
                  </a:cubicBezTo>
                  <a:cubicBezTo>
                    <a:pt x="3007" y="6074"/>
                    <a:pt x="1577" y="5422"/>
                    <a:pt x="789" y="40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8"/>
            <p:cNvSpPr/>
            <p:nvPr/>
          </p:nvSpPr>
          <p:spPr>
            <a:xfrm>
              <a:off x="676350" y="672825"/>
              <a:ext cx="770175" cy="527125"/>
            </a:xfrm>
            <a:custGeom>
              <a:avLst/>
              <a:gdLst/>
              <a:ahLst/>
              <a:cxnLst/>
              <a:rect l="l" t="t" r="r" b="b"/>
              <a:pathLst>
                <a:path w="30807" h="21085" extrusionOk="0">
                  <a:moveTo>
                    <a:pt x="1" y="16138"/>
                  </a:moveTo>
                  <a:lnTo>
                    <a:pt x="27951" y="1"/>
                  </a:lnTo>
                  <a:lnTo>
                    <a:pt x="30806" y="4950"/>
                  </a:lnTo>
                  <a:lnTo>
                    <a:pt x="2858" y="21085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8"/>
            <p:cNvSpPr/>
            <p:nvPr/>
          </p:nvSpPr>
          <p:spPr>
            <a:xfrm>
              <a:off x="1058775" y="326700"/>
              <a:ext cx="712450" cy="834800"/>
            </a:xfrm>
            <a:custGeom>
              <a:avLst/>
              <a:gdLst/>
              <a:ahLst/>
              <a:cxnLst/>
              <a:rect l="l" t="t" r="r" b="b"/>
              <a:pathLst>
                <a:path w="28498" h="33392" extrusionOk="0">
                  <a:moveTo>
                    <a:pt x="22787" y="30173"/>
                  </a:moveTo>
                  <a:lnTo>
                    <a:pt x="25480" y="28619"/>
                  </a:lnTo>
                  <a:lnTo>
                    <a:pt x="25184" y="28106"/>
                  </a:lnTo>
                  <a:cubicBezTo>
                    <a:pt x="28497" y="23988"/>
                    <a:pt x="28469" y="16696"/>
                    <a:pt x="24709" y="10184"/>
                  </a:cubicBezTo>
                  <a:cubicBezTo>
                    <a:pt x="20949" y="3672"/>
                    <a:pt x="14649" y="1"/>
                    <a:pt x="9427" y="812"/>
                  </a:cubicBezTo>
                  <a:lnTo>
                    <a:pt x="9130" y="299"/>
                  </a:lnTo>
                  <a:lnTo>
                    <a:pt x="6437" y="1853"/>
                  </a:lnTo>
                  <a:cubicBezTo>
                    <a:pt x="861" y="5072"/>
                    <a:pt x="1" y="14021"/>
                    <a:pt x="4516" y="21842"/>
                  </a:cubicBezTo>
                  <a:cubicBezTo>
                    <a:pt x="9031" y="29663"/>
                    <a:pt x="17212" y="33392"/>
                    <a:pt x="22787" y="3017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8"/>
            <p:cNvSpPr/>
            <p:nvPr/>
          </p:nvSpPr>
          <p:spPr>
            <a:xfrm>
              <a:off x="1126075" y="253700"/>
              <a:ext cx="730625" cy="868950"/>
            </a:xfrm>
            <a:custGeom>
              <a:avLst/>
              <a:gdLst/>
              <a:ahLst/>
              <a:cxnLst/>
              <a:rect l="l" t="t" r="r" b="b"/>
              <a:pathLst>
                <a:path w="29225" h="34758" extrusionOk="0">
                  <a:moveTo>
                    <a:pt x="4516" y="23208"/>
                  </a:moveTo>
                  <a:cubicBezTo>
                    <a:pt x="1" y="15387"/>
                    <a:pt x="861" y="6438"/>
                    <a:pt x="6438" y="3219"/>
                  </a:cubicBezTo>
                  <a:cubicBezTo>
                    <a:pt x="12014" y="0"/>
                    <a:pt x="20194" y="3729"/>
                    <a:pt x="24709" y="11550"/>
                  </a:cubicBezTo>
                  <a:cubicBezTo>
                    <a:pt x="29224" y="19369"/>
                    <a:pt x="28364" y="28320"/>
                    <a:pt x="22788" y="31539"/>
                  </a:cubicBezTo>
                  <a:cubicBezTo>
                    <a:pt x="17212" y="34758"/>
                    <a:pt x="9031" y="31028"/>
                    <a:pt x="4516" y="232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8"/>
            <p:cNvSpPr/>
            <p:nvPr/>
          </p:nvSpPr>
          <p:spPr>
            <a:xfrm>
              <a:off x="1206025" y="360425"/>
              <a:ext cx="574075" cy="672650"/>
            </a:xfrm>
            <a:custGeom>
              <a:avLst/>
              <a:gdLst/>
              <a:ahLst/>
              <a:cxnLst/>
              <a:rect l="l" t="t" r="r" b="b"/>
              <a:pathLst>
                <a:path w="22963" h="26906" extrusionOk="0">
                  <a:moveTo>
                    <a:pt x="18361" y="24312"/>
                  </a:moveTo>
                  <a:lnTo>
                    <a:pt x="20531" y="23058"/>
                  </a:lnTo>
                  <a:lnTo>
                    <a:pt x="20292" y="22645"/>
                  </a:lnTo>
                  <a:cubicBezTo>
                    <a:pt x="22962" y="19328"/>
                    <a:pt x="22938" y="13453"/>
                    <a:pt x="19910" y="8206"/>
                  </a:cubicBezTo>
                  <a:cubicBezTo>
                    <a:pt x="16880" y="2959"/>
                    <a:pt x="11803" y="0"/>
                    <a:pt x="7595" y="654"/>
                  </a:cubicBezTo>
                  <a:lnTo>
                    <a:pt x="7356" y="241"/>
                  </a:lnTo>
                  <a:lnTo>
                    <a:pt x="5187" y="1493"/>
                  </a:lnTo>
                  <a:cubicBezTo>
                    <a:pt x="694" y="4088"/>
                    <a:pt x="0" y="11298"/>
                    <a:pt x="3639" y="17599"/>
                  </a:cubicBezTo>
                  <a:cubicBezTo>
                    <a:pt x="7277" y="23900"/>
                    <a:pt x="13869" y="26905"/>
                    <a:pt x="18361" y="2431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8"/>
            <p:cNvSpPr/>
            <p:nvPr/>
          </p:nvSpPr>
          <p:spPr>
            <a:xfrm>
              <a:off x="1260275" y="301600"/>
              <a:ext cx="588675" cy="700175"/>
            </a:xfrm>
            <a:custGeom>
              <a:avLst/>
              <a:gdLst/>
              <a:ahLst/>
              <a:cxnLst/>
              <a:rect l="l" t="t" r="r" b="b"/>
              <a:pathLst>
                <a:path w="23547" h="28007" extrusionOk="0">
                  <a:moveTo>
                    <a:pt x="3638" y="18699"/>
                  </a:moveTo>
                  <a:cubicBezTo>
                    <a:pt x="0" y="12398"/>
                    <a:pt x="693" y="5188"/>
                    <a:pt x="5186" y="2594"/>
                  </a:cubicBezTo>
                  <a:cubicBezTo>
                    <a:pt x="9679" y="0"/>
                    <a:pt x="16270" y="3004"/>
                    <a:pt x="19908" y="9306"/>
                  </a:cubicBezTo>
                  <a:cubicBezTo>
                    <a:pt x="23547" y="15607"/>
                    <a:pt x="22853" y="22818"/>
                    <a:pt x="18361" y="25411"/>
                  </a:cubicBezTo>
                  <a:cubicBezTo>
                    <a:pt x="13867" y="28007"/>
                    <a:pt x="7277" y="25001"/>
                    <a:pt x="3638" y="1869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8"/>
            <p:cNvSpPr/>
            <p:nvPr/>
          </p:nvSpPr>
          <p:spPr>
            <a:xfrm>
              <a:off x="1473500" y="589800"/>
              <a:ext cx="124325" cy="147775"/>
            </a:xfrm>
            <a:custGeom>
              <a:avLst/>
              <a:gdLst/>
              <a:ahLst/>
              <a:cxnLst/>
              <a:rect l="l" t="t" r="r" b="b"/>
              <a:pathLst>
                <a:path w="4973" h="5911" extrusionOk="0">
                  <a:moveTo>
                    <a:pt x="3982" y="5347"/>
                  </a:moveTo>
                  <a:lnTo>
                    <a:pt x="4672" y="4949"/>
                  </a:lnTo>
                  <a:lnTo>
                    <a:pt x="4559" y="4752"/>
                  </a:lnTo>
                  <a:cubicBezTo>
                    <a:pt x="4972" y="4011"/>
                    <a:pt x="4909" y="2878"/>
                    <a:pt x="4319" y="1856"/>
                  </a:cubicBezTo>
                  <a:cubicBezTo>
                    <a:pt x="3727" y="832"/>
                    <a:pt x="2778" y="210"/>
                    <a:pt x="1930" y="197"/>
                  </a:cubicBezTo>
                  <a:lnTo>
                    <a:pt x="1815" y="0"/>
                  </a:lnTo>
                  <a:lnTo>
                    <a:pt x="1125" y="400"/>
                  </a:lnTo>
                  <a:cubicBezTo>
                    <a:pt x="150" y="962"/>
                    <a:pt x="1" y="2525"/>
                    <a:pt x="789" y="3892"/>
                  </a:cubicBezTo>
                  <a:cubicBezTo>
                    <a:pt x="1579" y="5258"/>
                    <a:pt x="3008" y="5910"/>
                    <a:pt x="3982" y="53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8"/>
            <p:cNvSpPr/>
            <p:nvPr/>
          </p:nvSpPr>
          <p:spPr>
            <a:xfrm>
              <a:off x="1490750" y="575750"/>
              <a:ext cx="127700" cy="151875"/>
            </a:xfrm>
            <a:custGeom>
              <a:avLst/>
              <a:gdLst/>
              <a:ahLst/>
              <a:cxnLst/>
              <a:rect l="l" t="t" r="r" b="b"/>
              <a:pathLst>
                <a:path w="5108" h="6075" extrusionOk="0">
                  <a:moveTo>
                    <a:pt x="790" y="4055"/>
                  </a:moveTo>
                  <a:cubicBezTo>
                    <a:pt x="1" y="2689"/>
                    <a:pt x="152" y="1125"/>
                    <a:pt x="1125" y="562"/>
                  </a:cubicBezTo>
                  <a:cubicBezTo>
                    <a:pt x="2100" y="1"/>
                    <a:pt x="3530" y="651"/>
                    <a:pt x="4319" y="2018"/>
                  </a:cubicBezTo>
                  <a:cubicBezTo>
                    <a:pt x="5107" y="3384"/>
                    <a:pt x="4957" y="4948"/>
                    <a:pt x="3982" y="5511"/>
                  </a:cubicBezTo>
                  <a:cubicBezTo>
                    <a:pt x="3009" y="6074"/>
                    <a:pt x="1579" y="5422"/>
                    <a:pt x="790" y="40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" name="Google Shape;224;p28"/>
          <p:cNvGrpSpPr/>
          <p:nvPr/>
        </p:nvGrpSpPr>
        <p:grpSpPr>
          <a:xfrm rot="-5190866" flipH="1">
            <a:off x="1105994" y="4165564"/>
            <a:ext cx="827991" cy="710685"/>
            <a:chOff x="3122700" y="481200"/>
            <a:chExt cx="827950" cy="710650"/>
          </a:xfrm>
        </p:grpSpPr>
        <p:sp>
          <p:nvSpPr>
            <p:cNvPr id="225" name="Google Shape;225;p28"/>
            <p:cNvSpPr/>
            <p:nvPr/>
          </p:nvSpPr>
          <p:spPr>
            <a:xfrm>
              <a:off x="3122700" y="481200"/>
              <a:ext cx="804300" cy="690700"/>
            </a:xfrm>
            <a:custGeom>
              <a:avLst/>
              <a:gdLst/>
              <a:ahLst/>
              <a:cxnLst/>
              <a:rect l="l" t="t" r="r" b="b"/>
              <a:pathLst>
                <a:path w="32172" h="27628" extrusionOk="0">
                  <a:moveTo>
                    <a:pt x="1065" y="7579"/>
                  </a:moveTo>
                  <a:lnTo>
                    <a:pt x="26841" y="27627"/>
                  </a:lnTo>
                  <a:lnTo>
                    <a:pt x="27048" y="27359"/>
                  </a:lnTo>
                  <a:cubicBezTo>
                    <a:pt x="28138" y="27380"/>
                    <a:pt x="29553" y="26559"/>
                    <a:pt x="30639" y="25163"/>
                  </a:cubicBezTo>
                  <a:cubicBezTo>
                    <a:pt x="31724" y="23768"/>
                    <a:pt x="32171" y="22194"/>
                    <a:pt x="31882" y="21143"/>
                  </a:cubicBezTo>
                  <a:lnTo>
                    <a:pt x="32092" y="20875"/>
                  </a:lnTo>
                  <a:lnTo>
                    <a:pt x="6317" y="828"/>
                  </a:lnTo>
                  <a:cubicBezTo>
                    <a:pt x="5253" y="0"/>
                    <a:pt x="3214" y="840"/>
                    <a:pt x="1764" y="2705"/>
                  </a:cubicBezTo>
                  <a:cubicBezTo>
                    <a:pt x="314" y="4569"/>
                    <a:pt x="1" y="6751"/>
                    <a:pt x="1065" y="75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8"/>
            <p:cNvSpPr/>
            <p:nvPr/>
          </p:nvSpPr>
          <p:spPr>
            <a:xfrm>
              <a:off x="3766125" y="981625"/>
              <a:ext cx="184525" cy="210225"/>
            </a:xfrm>
            <a:custGeom>
              <a:avLst/>
              <a:gdLst/>
              <a:ahLst/>
              <a:cxnLst/>
              <a:rect l="l" t="t" r="r" b="b"/>
              <a:pathLst>
                <a:path w="7381" h="8409" extrusionOk="0">
                  <a:moveTo>
                    <a:pt x="1764" y="2705"/>
                  </a:moveTo>
                  <a:cubicBezTo>
                    <a:pt x="3214" y="842"/>
                    <a:pt x="5251" y="0"/>
                    <a:pt x="6317" y="828"/>
                  </a:cubicBezTo>
                  <a:cubicBezTo>
                    <a:pt x="7381" y="1656"/>
                    <a:pt x="7068" y="3839"/>
                    <a:pt x="5617" y="5704"/>
                  </a:cubicBezTo>
                  <a:cubicBezTo>
                    <a:pt x="4167" y="7567"/>
                    <a:pt x="2128" y="8408"/>
                    <a:pt x="1064" y="7581"/>
                  </a:cubicBezTo>
                  <a:cubicBezTo>
                    <a:pt x="0" y="6753"/>
                    <a:pt x="314" y="4570"/>
                    <a:pt x="1764" y="27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7" name="Google Shape;227;p28"/>
          <p:cNvGrpSpPr/>
          <p:nvPr/>
        </p:nvGrpSpPr>
        <p:grpSpPr>
          <a:xfrm rot="485327" flipH="1">
            <a:off x="6631205" y="100466"/>
            <a:ext cx="827907" cy="710613"/>
            <a:chOff x="3122700" y="481200"/>
            <a:chExt cx="827950" cy="710650"/>
          </a:xfrm>
        </p:grpSpPr>
        <p:sp>
          <p:nvSpPr>
            <p:cNvPr id="228" name="Google Shape;228;p28"/>
            <p:cNvSpPr/>
            <p:nvPr/>
          </p:nvSpPr>
          <p:spPr>
            <a:xfrm>
              <a:off x="3122700" y="481200"/>
              <a:ext cx="804300" cy="690700"/>
            </a:xfrm>
            <a:custGeom>
              <a:avLst/>
              <a:gdLst/>
              <a:ahLst/>
              <a:cxnLst/>
              <a:rect l="l" t="t" r="r" b="b"/>
              <a:pathLst>
                <a:path w="32172" h="27628" extrusionOk="0">
                  <a:moveTo>
                    <a:pt x="1065" y="7579"/>
                  </a:moveTo>
                  <a:lnTo>
                    <a:pt x="26841" y="27627"/>
                  </a:lnTo>
                  <a:lnTo>
                    <a:pt x="27048" y="27359"/>
                  </a:lnTo>
                  <a:cubicBezTo>
                    <a:pt x="28138" y="27380"/>
                    <a:pt x="29553" y="26559"/>
                    <a:pt x="30639" y="25163"/>
                  </a:cubicBezTo>
                  <a:cubicBezTo>
                    <a:pt x="31724" y="23768"/>
                    <a:pt x="32171" y="22194"/>
                    <a:pt x="31882" y="21143"/>
                  </a:cubicBezTo>
                  <a:lnTo>
                    <a:pt x="32092" y="20875"/>
                  </a:lnTo>
                  <a:lnTo>
                    <a:pt x="6317" y="828"/>
                  </a:lnTo>
                  <a:cubicBezTo>
                    <a:pt x="5253" y="0"/>
                    <a:pt x="3214" y="840"/>
                    <a:pt x="1764" y="2705"/>
                  </a:cubicBezTo>
                  <a:cubicBezTo>
                    <a:pt x="314" y="4569"/>
                    <a:pt x="1" y="6751"/>
                    <a:pt x="1065" y="75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8"/>
            <p:cNvSpPr/>
            <p:nvPr/>
          </p:nvSpPr>
          <p:spPr>
            <a:xfrm>
              <a:off x="3766125" y="981625"/>
              <a:ext cx="184525" cy="210225"/>
            </a:xfrm>
            <a:custGeom>
              <a:avLst/>
              <a:gdLst/>
              <a:ahLst/>
              <a:cxnLst/>
              <a:rect l="l" t="t" r="r" b="b"/>
              <a:pathLst>
                <a:path w="7381" h="8409" extrusionOk="0">
                  <a:moveTo>
                    <a:pt x="1764" y="2705"/>
                  </a:moveTo>
                  <a:cubicBezTo>
                    <a:pt x="3214" y="842"/>
                    <a:pt x="5251" y="0"/>
                    <a:pt x="6317" y="828"/>
                  </a:cubicBezTo>
                  <a:cubicBezTo>
                    <a:pt x="7381" y="1656"/>
                    <a:pt x="7068" y="3839"/>
                    <a:pt x="5617" y="5704"/>
                  </a:cubicBezTo>
                  <a:cubicBezTo>
                    <a:pt x="4167" y="7567"/>
                    <a:pt x="2128" y="8408"/>
                    <a:pt x="1064" y="7581"/>
                  </a:cubicBezTo>
                  <a:cubicBezTo>
                    <a:pt x="0" y="6753"/>
                    <a:pt x="314" y="4570"/>
                    <a:pt x="1764" y="27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1"/>
          <p:cNvSpPr txBox="1">
            <a:spLocks noGrp="1"/>
          </p:cNvSpPr>
          <p:nvPr>
            <p:ph type="title"/>
          </p:nvPr>
        </p:nvSpPr>
        <p:spPr>
          <a:xfrm>
            <a:off x="4184500" y="917375"/>
            <a:ext cx="4244400" cy="10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600" b="0"/>
              <a:t>The Problem Context</a:t>
            </a:r>
            <a:endParaRPr lang="en-US" sz="3600"/>
          </a:p>
        </p:txBody>
      </p:sp>
      <p:sp>
        <p:nvSpPr>
          <p:cNvPr id="284" name="Google Shape;284;p31"/>
          <p:cNvSpPr txBox="1">
            <a:spLocks noGrp="1"/>
          </p:cNvSpPr>
          <p:nvPr>
            <p:ph type="body" idx="1"/>
          </p:nvPr>
        </p:nvSpPr>
        <p:spPr>
          <a:xfrm>
            <a:off x="4184500" y="2019925"/>
            <a:ext cx="4244400" cy="22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" sz="1600"/>
              <a:t>Currently, gym management is fragmented. Trainers rely on paper logs or spreadsheets, while members track progress in isolated apps. This results in delayed feedback and a lack of centralized data, making it impossible to adjust training in real-time.</a:t>
            </a:r>
            <a:endParaRPr lang="en-US" sz="1600"/>
          </a:p>
        </p:txBody>
      </p:sp>
      <p:pic>
        <p:nvPicPr>
          <p:cNvPr id="285" name="Google Shape;285;p3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2216" b="2226"/>
          <a:stretch/>
        </p:blipFill>
        <p:spPr>
          <a:xfrm>
            <a:off x="0" y="0"/>
            <a:ext cx="3513000" cy="5143500"/>
          </a:xfrm>
          <a:prstGeom prst="rect">
            <a:avLst/>
          </a:prstGeom>
        </p:spPr>
      </p:pic>
      <p:grpSp>
        <p:nvGrpSpPr>
          <p:cNvPr id="286" name="Google Shape;286;p31"/>
          <p:cNvGrpSpPr/>
          <p:nvPr/>
        </p:nvGrpSpPr>
        <p:grpSpPr>
          <a:xfrm rot="-485327">
            <a:off x="2934955" y="179691"/>
            <a:ext cx="827907" cy="710613"/>
            <a:chOff x="3122700" y="481200"/>
            <a:chExt cx="827950" cy="710650"/>
          </a:xfrm>
        </p:grpSpPr>
        <p:sp>
          <p:nvSpPr>
            <p:cNvPr id="287" name="Google Shape;287;p31"/>
            <p:cNvSpPr/>
            <p:nvPr/>
          </p:nvSpPr>
          <p:spPr>
            <a:xfrm>
              <a:off x="3122700" y="481200"/>
              <a:ext cx="804300" cy="690700"/>
            </a:xfrm>
            <a:custGeom>
              <a:avLst/>
              <a:gdLst/>
              <a:ahLst/>
              <a:cxnLst/>
              <a:rect l="l" t="t" r="r" b="b"/>
              <a:pathLst>
                <a:path w="32172" h="27628" extrusionOk="0">
                  <a:moveTo>
                    <a:pt x="1065" y="7579"/>
                  </a:moveTo>
                  <a:lnTo>
                    <a:pt x="26841" y="27627"/>
                  </a:lnTo>
                  <a:lnTo>
                    <a:pt x="27048" y="27359"/>
                  </a:lnTo>
                  <a:cubicBezTo>
                    <a:pt x="28138" y="27380"/>
                    <a:pt x="29553" y="26559"/>
                    <a:pt x="30639" y="25163"/>
                  </a:cubicBezTo>
                  <a:cubicBezTo>
                    <a:pt x="31724" y="23768"/>
                    <a:pt x="32171" y="22194"/>
                    <a:pt x="31882" y="21143"/>
                  </a:cubicBezTo>
                  <a:lnTo>
                    <a:pt x="32092" y="20875"/>
                  </a:lnTo>
                  <a:lnTo>
                    <a:pt x="6317" y="828"/>
                  </a:lnTo>
                  <a:cubicBezTo>
                    <a:pt x="5253" y="0"/>
                    <a:pt x="3214" y="840"/>
                    <a:pt x="1764" y="2705"/>
                  </a:cubicBezTo>
                  <a:cubicBezTo>
                    <a:pt x="314" y="4569"/>
                    <a:pt x="1" y="6751"/>
                    <a:pt x="1065" y="757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3766125" y="981625"/>
              <a:ext cx="184525" cy="210225"/>
            </a:xfrm>
            <a:custGeom>
              <a:avLst/>
              <a:gdLst/>
              <a:ahLst/>
              <a:cxnLst/>
              <a:rect l="l" t="t" r="r" b="b"/>
              <a:pathLst>
                <a:path w="7381" h="8409" extrusionOk="0">
                  <a:moveTo>
                    <a:pt x="1764" y="2705"/>
                  </a:moveTo>
                  <a:cubicBezTo>
                    <a:pt x="3214" y="842"/>
                    <a:pt x="5251" y="0"/>
                    <a:pt x="6317" y="828"/>
                  </a:cubicBezTo>
                  <a:cubicBezTo>
                    <a:pt x="7381" y="1656"/>
                    <a:pt x="7068" y="3839"/>
                    <a:pt x="5617" y="5704"/>
                  </a:cubicBezTo>
                  <a:cubicBezTo>
                    <a:pt x="4167" y="7567"/>
                    <a:pt x="2128" y="8408"/>
                    <a:pt x="1064" y="7581"/>
                  </a:cubicBezTo>
                  <a:cubicBezTo>
                    <a:pt x="0" y="6753"/>
                    <a:pt x="314" y="4570"/>
                    <a:pt x="1764" y="270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" name="Google Shape;289;p31"/>
          <p:cNvGrpSpPr/>
          <p:nvPr/>
        </p:nvGrpSpPr>
        <p:grpSpPr>
          <a:xfrm rot="4446582" flipH="1">
            <a:off x="230828" y="4677821"/>
            <a:ext cx="827961" cy="710659"/>
            <a:chOff x="3122700" y="481200"/>
            <a:chExt cx="827950" cy="710650"/>
          </a:xfrm>
        </p:grpSpPr>
        <p:sp>
          <p:nvSpPr>
            <p:cNvPr id="290" name="Google Shape;290;p31"/>
            <p:cNvSpPr/>
            <p:nvPr/>
          </p:nvSpPr>
          <p:spPr>
            <a:xfrm>
              <a:off x="3122700" y="481200"/>
              <a:ext cx="804300" cy="690700"/>
            </a:xfrm>
            <a:custGeom>
              <a:avLst/>
              <a:gdLst/>
              <a:ahLst/>
              <a:cxnLst/>
              <a:rect l="l" t="t" r="r" b="b"/>
              <a:pathLst>
                <a:path w="32172" h="27628" extrusionOk="0">
                  <a:moveTo>
                    <a:pt x="1065" y="7579"/>
                  </a:moveTo>
                  <a:lnTo>
                    <a:pt x="26841" y="27627"/>
                  </a:lnTo>
                  <a:lnTo>
                    <a:pt x="27048" y="27359"/>
                  </a:lnTo>
                  <a:cubicBezTo>
                    <a:pt x="28138" y="27380"/>
                    <a:pt x="29553" y="26559"/>
                    <a:pt x="30639" y="25163"/>
                  </a:cubicBezTo>
                  <a:cubicBezTo>
                    <a:pt x="31724" y="23768"/>
                    <a:pt x="32171" y="22194"/>
                    <a:pt x="31882" y="21143"/>
                  </a:cubicBezTo>
                  <a:lnTo>
                    <a:pt x="32092" y="20875"/>
                  </a:lnTo>
                  <a:lnTo>
                    <a:pt x="6317" y="828"/>
                  </a:lnTo>
                  <a:cubicBezTo>
                    <a:pt x="5253" y="0"/>
                    <a:pt x="3214" y="840"/>
                    <a:pt x="1764" y="2705"/>
                  </a:cubicBezTo>
                  <a:cubicBezTo>
                    <a:pt x="314" y="4569"/>
                    <a:pt x="1" y="6751"/>
                    <a:pt x="1065" y="75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3766125" y="981625"/>
              <a:ext cx="184525" cy="210225"/>
            </a:xfrm>
            <a:custGeom>
              <a:avLst/>
              <a:gdLst/>
              <a:ahLst/>
              <a:cxnLst/>
              <a:rect l="l" t="t" r="r" b="b"/>
              <a:pathLst>
                <a:path w="7381" h="8409" extrusionOk="0">
                  <a:moveTo>
                    <a:pt x="1764" y="2705"/>
                  </a:moveTo>
                  <a:cubicBezTo>
                    <a:pt x="3214" y="842"/>
                    <a:pt x="5251" y="0"/>
                    <a:pt x="6317" y="828"/>
                  </a:cubicBezTo>
                  <a:cubicBezTo>
                    <a:pt x="7381" y="1656"/>
                    <a:pt x="7068" y="3839"/>
                    <a:pt x="5617" y="5704"/>
                  </a:cubicBezTo>
                  <a:cubicBezTo>
                    <a:pt x="4167" y="7567"/>
                    <a:pt x="2128" y="8408"/>
                    <a:pt x="1064" y="7581"/>
                  </a:cubicBezTo>
                  <a:cubicBezTo>
                    <a:pt x="0" y="6753"/>
                    <a:pt x="314" y="4570"/>
                    <a:pt x="1764" y="27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2"/>
          <p:cNvSpPr txBox="1">
            <a:spLocks noGrp="1"/>
          </p:cNvSpPr>
          <p:nvPr>
            <p:ph type="title"/>
          </p:nvPr>
        </p:nvSpPr>
        <p:spPr>
          <a:xfrm>
            <a:off x="2391900" y="2308077"/>
            <a:ext cx="4360200" cy="17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200" b="0" dirty="0" err="1"/>
              <a:t>FitClassMaster</a:t>
            </a:r>
            <a:r>
              <a:rPr lang="en" sz="3200" b="0" dirty="0"/>
              <a:t> replaces scattered tools with a single, synchronized platform that connects Gyms, Trainers, and Members </a:t>
            </a:r>
            <a:r>
              <a:rPr lang="en" sz="3200" b="0" dirty="0" err="1"/>
              <a:t>instanty</a:t>
            </a:r>
            <a:r>
              <a:rPr lang="en" sz="3200" b="0" dirty="0"/>
              <a:t>.</a:t>
            </a:r>
            <a:endParaRPr lang="en-US" sz="3200"/>
          </a:p>
        </p:txBody>
      </p:sp>
      <p:sp>
        <p:nvSpPr>
          <p:cNvPr id="297" name="Google Shape;297;p32"/>
          <p:cNvSpPr txBox="1">
            <a:spLocks noGrp="1"/>
          </p:cNvSpPr>
          <p:nvPr>
            <p:ph type="title" idx="2"/>
          </p:nvPr>
        </p:nvSpPr>
        <p:spPr>
          <a:xfrm>
            <a:off x="2406695" y="1218238"/>
            <a:ext cx="4330811" cy="8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b="0"/>
              <a:t>The Solution</a:t>
            </a:r>
            <a:endParaRPr lang="en-US"/>
          </a:p>
        </p:txBody>
      </p:sp>
      <p:grpSp>
        <p:nvGrpSpPr>
          <p:cNvPr id="298" name="Google Shape;298;p32"/>
          <p:cNvGrpSpPr/>
          <p:nvPr/>
        </p:nvGrpSpPr>
        <p:grpSpPr>
          <a:xfrm rot="10800000">
            <a:off x="-875925" y="75025"/>
            <a:ext cx="4323250" cy="2122250"/>
            <a:chOff x="4482575" y="2774525"/>
            <a:chExt cx="4323250" cy="2122250"/>
          </a:xfrm>
        </p:grpSpPr>
        <p:sp>
          <p:nvSpPr>
            <p:cNvPr id="299" name="Google Shape;299;p32"/>
            <p:cNvSpPr/>
            <p:nvPr/>
          </p:nvSpPr>
          <p:spPr>
            <a:xfrm>
              <a:off x="4482575" y="3839500"/>
              <a:ext cx="898975" cy="653350"/>
            </a:xfrm>
            <a:custGeom>
              <a:avLst/>
              <a:gdLst/>
              <a:ahLst/>
              <a:cxnLst/>
              <a:rect l="l" t="t" r="r" b="b"/>
              <a:pathLst>
                <a:path w="35959" h="26134" extrusionOk="0">
                  <a:moveTo>
                    <a:pt x="17148" y="18042"/>
                  </a:moveTo>
                  <a:cubicBezTo>
                    <a:pt x="19515" y="18994"/>
                    <a:pt x="20697" y="21045"/>
                    <a:pt x="22640" y="22340"/>
                  </a:cubicBezTo>
                  <a:cubicBezTo>
                    <a:pt x="22641" y="22340"/>
                    <a:pt x="30350" y="26134"/>
                    <a:pt x="30350" y="26134"/>
                  </a:cubicBezTo>
                  <a:lnTo>
                    <a:pt x="35959" y="14737"/>
                  </a:lnTo>
                  <a:lnTo>
                    <a:pt x="28249" y="10942"/>
                  </a:lnTo>
                  <a:cubicBezTo>
                    <a:pt x="26038" y="10193"/>
                    <a:pt x="23689" y="10508"/>
                    <a:pt x="21494" y="9214"/>
                  </a:cubicBezTo>
                  <a:cubicBezTo>
                    <a:pt x="19127" y="8262"/>
                    <a:pt x="17945" y="6211"/>
                    <a:pt x="16001" y="4916"/>
                  </a:cubicBezTo>
                  <a:cubicBezTo>
                    <a:pt x="16001" y="4916"/>
                    <a:pt x="7227" y="598"/>
                    <a:pt x="7227" y="598"/>
                  </a:cubicBezTo>
                  <a:cubicBezTo>
                    <a:pt x="5368" y="0"/>
                    <a:pt x="1" y="10884"/>
                    <a:pt x="1619" y="11996"/>
                  </a:cubicBezTo>
                  <a:cubicBezTo>
                    <a:pt x="1619" y="11996"/>
                    <a:pt x="10393" y="16314"/>
                    <a:pt x="10393" y="16314"/>
                  </a:cubicBezTo>
                  <a:cubicBezTo>
                    <a:pt x="12604" y="17063"/>
                    <a:pt x="14952" y="16748"/>
                    <a:pt x="17148" y="180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2"/>
            <p:cNvSpPr/>
            <p:nvPr/>
          </p:nvSpPr>
          <p:spPr>
            <a:xfrm>
              <a:off x="4563700" y="3879275"/>
              <a:ext cx="234575" cy="326600"/>
            </a:xfrm>
            <a:custGeom>
              <a:avLst/>
              <a:gdLst/>
              <a:ahLst/>
              <a:cxnLst/>
              <a:rect l="l" t="t" r="r" b="b"/>
              <a:pathLst>
                <a:path w="9383" h="13064" extrusionOk="0">
                  <a:moveTo>
                    <a:pt x="3775" y="13063"/>
                  </a:moveTo>
                  <a:cubicBezTo>
                    <a:pt x="2161" y="11952"/>
                    <a:pt x="7518" y="1064"/>
                    <a:pt x="9383" y="1666"/>
                  </a:cubicBezTo>
                  <a:lnTo>
                    <a:pt x="7223" y="602"/>
                  </a:lnTo>
                  <a:cubicBezTo>
                    <a:pt x="5358" y="1"/>
                    <a:pt x="0" y="10889"/>
                    <a:pt x="1614" y="11999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2"/>
            <p:cNvSpPr/>
            <p:nvPr/>
          </p:nvSpPr>
          <p:spPr>
            <a:xfrm>
              <a:off x="5065000" y="4125950"/>
              <a:ext cx="234600" cy="326575"/>
            </a:xfrm>
            <a:custGeom>
              <a:avLst/>
              <a:gdLst/>
              <a:ahLst/>
              <a:cxnLst/>
              <a:rect l="l" t="t" r="r" b="b"/>
              <a:pathLst>
                <a:path w="9384" h="13063" extrusionOk="0">
                  <a:moveTo>
                    <a:pt x="3776" y="13062"/>
                  </a:moveTo>
                  <a:cubicBezTo>
                    <a:pt x="2161" y="11951"/>
                    <a:pt x="7520" y="1064"/>
                    <a:pt x="9383" y="1665"/>
                  </a:cubicBezTo>
                  <a:lnTo>
                    <a:pt x="7223" y="602"/>
                  </a:lnTo>
                  <a:cubicBezTo>
                    <a:pt x="5358" y="0"/>
                    <a:pt x="0" y="10890"/>
                    <a:pt x="1614" y="1200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2"/>
            <p:cNvSpPr/>
            <p:nvPr/>
          </p:nvSpPr>
          <p:spPr>
            <a:xfrm>
              <a:off x="5200975" y="4192850"/>
              <a:ext cx="220925" cy="315025"/>
            </a:xfrm>
            <a:custGeom>
              <a:avLst/>
              <a:gdLst/>
              <a:ahLst/>
              <a:cxnLst/>
              <a:rect l="l" t="t" r="r" b="b"/>
              <a:pathLst>
                <a:path w="8837" h="12601" extrusionOk="0">
                  <a:moveTo>
                    <a:pt x="1614" y="12000"/>
                  </a:moveTo>
                  <a:cubicBezTo>
                    <a:pt x="0" y="10889"/>
                    <a:pt x="5358" y="0"/>
                    <a:pt x="7223" y="603"/>
                  </a:cubicBezTo>
                  <a:cubicBezTo>
                    <a:pt x="8836" y="1714"/>
                    <a:pt x="3478" y="12601"/>
                    <a:pt x="1614" y="1200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2"/>
            <p:cNvSpPr/>
            <p:nvPr/>
          </p:nvSpPr>
          <p:spPr>
            <a:xfrm>
              <a:off x="8057700" y="2774525"/>
              <a:ext cx="748125" cy="870450"/>
            </a:xfrm>
            <a:custGeom>
              <a:avLst/>
              <a:gdLst/>
              <a:ahLst/>
              <a:cxnLst/>
              <a:rect l="l" t="t" r="r" b="b"/>
              <a:pathLst>
                <a:path w="29925" h="34818" extrusionOk="0">
                  <a:moveTo>
                    <a:pt x="10174" y="15721"/>
                  </a:moveTo>
                  <a:cubicBezTo>
                    <a:pt x="8842" y="17896"/>
                    <a:pt x="6623" y="18720"/>
                    <a:pt x="5022" y="20421"/>
                  </a:cubicBezTo>
                  <a:cubicBezTo>
                    <a:pt x="5023" y="20421"/>
                    <a:pt x="0" y="27393"/>
                    <a:pt x="0" y="27393"/>
                  </a:cubicBezTo>
                  <a:lnTo>
                    <a:pt x="10305" y="34818"/>
                  </a:lnTo>
                  <a:lnTo>
                    <a:pt x="15328" y="27846"/>
                  </a:lnTo>
                  <a:cubicBezTo>
                    <a:pt x="16435" y="25793"/>
                    <a:pt x="16516" y="23423"/>
                    <a:pt x="18157" y="21473"/>
                  </a:cubicBezTo>
                  <a:cubicBezTo>
                    <a:pt x="19488" y="19297"/>
                    <a:pt x="21708" y="18473"/>
                    <a:pt x="23308" y="16772"/>
                  </a:cubicBezTo>
                  <a:cubicBezTo>
                    <a:pt x="23308" y="16772"/>
                    <a:pt x="29025" y="8838"/>
                    <a:pt x="29025" y="8838"/>
                  </a:cubicBezTo>
                  <a:cubicBezTo>
                    <a:pt x="29924" y="7104"/>
                    <a:pt x="20085" y="0"/>
                    <a:pt x="18719" y="1413"/>
                  </a:cubicBezTo>
                  <a:cubicBezTo>
                    <a:pt x="18719" y="1413"/>
                    <a:pt x="13002" y="9347"/>
                    <a:pt x="13002" y="9347"/>
                  </a:cubicBezTo>
                  <a:cubicBezTo>
                    <a:pt x="11894" y="11402"/>
                    <a:pt x="11815" y="13770"/>
                    <a:pt x="10174" y="157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2"/>
            <p:cNvSpPr/>
            <p:nvPr/>
          </p:nvSpPr>
          <p:spPr>
            <a:xfrm>
              <a:off x="8437675" y="2847875"/>
              <a:ext cx="315450" cy="269700"/>
            </a:xfrm>
            <a:custGeom>
              <a:avLst/>
              <a:gdLst/>
              <a:ahLst/>
              <a:cxnLst/>
              <a:rect l="l" t="t" r="r" b="b"/>
              <a:pathLst>
                <a:path w="12618" h="10788" extrusionOk="0">
                  <a:moveTo>
                    <a:pt x="1" y="3363"/>
                  </a:moveTo>
                  <a:cubicBezTo>
                    <a:pt x="1365" y="1956"/>
                    <a:pt x="11209" y="9050"/>
                    <a:pt x="10306" y="10787"/>
                  </a:cubicBezTo>
                  <a:lnTo>
                    <a:pt x="11714" y="8834"/>
                  </a:lnTo>
                  <a:cubicBezTo>
                    <a:pt x="12617" y="7096"/>
                    <a:pt x="2772" y="0"/>
                    <a:pt x="1409" y="1409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2"/>
            <p:cNvSpPr/>
            <p:nvPr/>
          </p:nvSpPr>
          <p:spPr>
            <a:xfrm>
              <a:off x="8111050" y="3301175"/>
              <a:ext cx="315475" cy="269700"/>
            </a:xfrm>
            <a:custGeom>
              <a:avLst/>
              <a:gdLst/>
              <a:ahLst/>
              <a:cxnLst/>
              <a:rect l="l" t="t" r="r" b="b"/>
              <a:pathLst>
                <a:path w="12619" h="10788" extrusionOk="0">
                  <a:moveTo>
                    <a:pt x="1" y="3363"/>
                  </a:moveTo>
                  <a:cubicBezTo>
                    <a:pt x="1366" y="1956"/>
                    <a:pt x="11211" y="9050"/>
                    <a:pt x="10307" y="10788"/>
                  </a:cubicBezTo>
                  <a:lnTo>
                    <a:pt x="11714" y="8834"/>
                  </a:lnTo>
                  <a:cubicBezTo>
                    <a:pt x="12619" y="7095"/>
                    <a:pt x="2772" y="1"/>
                    <a:pt x="1409" y="1409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2"/>
            <p:cNvSpPr/>
            <p:nvPr/>
          </p:nvSpPr>
          <p:spPr>
            <a:xfrm>
              <a:off x="8035100" y="3424150"/>
              <a:ext cx="302825" cy="256000"/>
            </a:xfrm>
            <a:custGeom>
              <a:avLst/>
              <a:gdLst/>
              <a:ahLst/>
              <a:cxnLst/>
              <a:rect l="l" t="t" r="r" b="b"/>
              <a:pathLst>
                <a:path w="12113" h="10240" extrusionOk="0">
                  <a:moveTo>
                    <a:pt x="904" y="1408"/>
                  </a:moveTo>
                  <a:cubicBezTo>
                    <a:pt x="2268" y="1"/>
                    <a:pt x="12113" y="7095"/>
                    <a:pt x="11209" y="8833"/>
                  </a:cubicBezTo>
                  <a:cubicBezTo>
                    <a:pt x="9846" y="10240"/>
                    <a:pt x="1" y="3147"/>
                    <a:pt x="904" y="140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2"/>
            <p:cNvSpPr/>
            <p:nvPr/>
          </p:nvSpPr>
          <p:spPr>
            <a:xfrm>
              <a:off x="5311425" y="3261825"/>
              <a:ext cx="2871500" cy="1634950"/>
            </a:xfrm>
            <a:custGeom>
              <a:avLst/>
              <a:gdLst/>
              <a:ahLst/>
              <a:cxnLst/>
              <a:rect l="l" t="t" r="r" b="b"/>
              <a:pathLst>
                <a:path w="114860" h="65398" fill="none" extrusionOk="0">
                  <a:moveTo>
                    <a:pt x="0" y="43541"/>
                  </a:moveTo>
                  <a:cubicBezTo>
                    <a:pt x="44419" y="65398"/>
                    <a:pt x="87709" y="60163"/>
                    <a:pt x="98412" y="38409"/>
                  </a:cubicBezTo>
                  <a:cubicBezTo>
                    <a:pt x="109117" y="16654"/>
                    <a:pt x="68059" y="0"/>
                    <a:pt x="56980" y="16450"/>
                  </a:cubicBezTo>
                  <a:cubicBezTo>
                    <a:pt x="43833" y="35972"/>
                    <a:pt x="92518" y="47665"/>
                    <a:pt x="114859" y="11109"/>
                  </a:cubicBezTo>
                </a:path>
              </a:pathLst>
            </a:custGeom>
            <a:noFill/>
            <a:ln w="2002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8" name="Google Shape;308;p32"/>
          <p:cNvGrpSpPr/>
          <p:nvPr/>
        </p:nvGrpSpPr>
        <p:grpSpPr>
          <a:xfrm rot="217754" flipH="1">
            <a:off x="7185610" y="179828"/>
            <a:ext cx="827955" cy="710654"/>
            <a:chOff x="3122700" y="481200"/>
            <a:chExt cx="827950" cy="710650"/>
          </a:xfrm>
        </p:grpSpPr>
        <p:sp>
          <p:nvSpPr>
            <p:cNvPr id="309" name="Google Shape;309;p32"/>
            <p:cNvSpPr/>
            <p:nvPr/>
          </p:nvSpPr>
          <p:spPr>
            <a:xfrm>
              <a:off x="3122700" y="481200"/>
              <a:ext cx="804300" cy="690700"/>
            </a:xfrm>
            <a:custGeom>
              <a:avLst/>
              <a:gdLst/>
              <a:ahLst/>
              <a:cxnLst/>
              <a:rect l="l" t="t" r="r" b="b"/>
              <a:pathLst>
                <a:path w="32172" h="27628" extrusionOk="0">
                  <a:moveTo>
                    <a:pt x="1065" y="7579"/>
                  </a:moveTo>
                  <a:lnTo>
                    <a:pt x="26841" y="27627"/>
                  </a:lnTo>
                  <a:lnTo>
                    <a:pt x="27048" y="27359"/>
                  </a:lnTo>
                  <a:cubicBezTo>
                    <a:pt x="28138" y="27380"/>
                    <a:pt x="29553" y="26559"/>
                    <a:pt x="30639" y="25163"/>
                  </a:cubicBezTo>
                  <a:cubicBezTo>
                    <a:pt x="31724" y="23768"/>
                    <a:pt x="32171" y="22194"/>
                    <a:pt x="31882" y="21143"/>
                  </a:cubicBezTo>
                  <a:lnTo>
                    <a:pt x="32092" y="20875"/>
                  </a:lnTo>
                  <a:lnTo>
                    <a:pt x="6317" y="828"/>
                  </a:lnTo>
                  <a:cubicBezTo>
                    <a:pt x="5253" y="0"/>
                    <a:pt x="3214" y="840"/>
                    <a:pt x="1764" y="2705"/>
                  </a:cubicBezTo>
                  <a:cubicBezTo>
                    <a:pt x="314" y="4569"/>
                    <a:pt x="1" y="6751"/>
                    <a:pt x="1065" y="75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2"/>
            <p:cNvSpPr/>
            <p:nvPr/>
          </p:nvSpPr>
          <p:spPr>
            <a:xfrm>
              <a:off x="3766125" y="981625"/>
              <a:ext cx="184525" cy="210225"/>
            </a:xfrm>
            <a:custGeom>
              <a:avLst/>
              <a:gdLst/>
              <a:ahLst/>
              <a:cxnLst/>
              <a:rect l="l" t="t" r="r" b="b"/>
              <a:pathLst>
                <a:path w="7381" h="8409" extrusionOk="0">
                  <a:moveTo>
                    <a:pt x="1764" y="2705"/>
                  </a:moveTo>
                  <a:cubicBezTo>
                    <a:pt x="3214" y="842"/>
                    <a:pt x="5251" y="0"/>
                    <a:pt x="6317" y="828"/>
                  </a:cubicBezTo>
                  <a:cubicBezTo>
                    <a:pt x="7381" y="1656"/>
                    <a:pt x="7068" y="3839"/>
                    <a:pt x="5617" y="5704"/>
                  </a:cubicBezTo>
                  <a:cubicBezTo>
                    <a:pt x="4167" y="7567"/>
                    <a:pt x="2128" y="8408"/>
                    <a:pt x="1064" y="7581"/>
                  </a:cubicBezTo>
                  <a:cubicBezTo>
                    <a:pt x="0" y="6753"/>
                    <a:pt x="314" y="4570"/>
                    <a:pt x="1764" y="27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1" name="Google Shape;311;p32"/>
          <p:cNvGrpSpPr/>
          <p:nvPr/>
        </p:nvGrpSpPr>
        <p:grpSpPr>
          <a:xfrm>
            <a:off x="7290675" y="3695425"/>
            <a:ext cx="1340300" cy="1022175"/>
            <a:chOff x="4552025" y="1720300"/>
            <a:chExt cx="1340300" cy="1022175"/>
          </a:xfrm>
        </p:grpSpPr>
        <p:sp>
          <p:nvSpPr>
            <p:cNvPr id="312" name="Google Shape;312;p32"/>
            <p:cNvSpPr/>
            <p:nvPr/>
          </p:nvSpPr>
          <p:spPr>
            <a:xfrm>
              <a:off x="5245525" y="2236225"/>
              <a:ext cx="646800" cy="490025"/>
            </a:xfrm>
            <a:custGeom>
              <a:avLst/>
              <a:gdLst/>
              <a:ahLst/>
              <a:cxnLst/>
              <a:rect l="l" t="t" r="r" b="b"/>
              <a:pathLst>
                <a:path w="25872" h="19601" extrusionOk="0">
                  <a:moveTo>
                    <a:pt x="24803" y="13923"/>
                  </a:moveTo>
                  <a:lnTo>
                    <a:pt x="3255" y="0"/>
                  </a:lnTo>
                  <a:lnTo>
                    <a:pt x="1" y="5038"/>
                  </a:lnTo>
                  <a:lnTo>
                    <a:pt x="21549" y="18959"/>
                  </a:lnTo>
                  <a:cubicBezTo>
                    <a:pt x="22542" y="19600"/>
                    <a:pt x="24074" y="18993"/>
                    <a:pt x="24972" y="17602"/>
                  </a:cubicBezTo>
                  <a:cubicBezTo>
                    <a:pt x="25871" y="16210"/>
                    <a:pt x="25796" y="14564"/>
                    <a:pt x="24803" y="139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2"/>
            <p:cNvSpPr/>
            <p:nvPr/>
          </p:nvSpPr>
          <p:spPr>
            <a:xfrm>
              <a:off x="4898350" y="1870800"/>
              <a:ext cx="759875" cy="871675"/>
            </a:xfrm>
            <a:custGeom>
              <a:avLst/>
              <a:gdLst/>
              <a:ahLst/>
              <a:cxnLst/>
              <a:rect l="l" t="t" r="r" b="b"/>
              <a:pathLst>
                <a:path w="30395" h="34867" extrusionOk="0">
                  <a:moveTo>
                    <a:pt x="24286" y="2373"/>
                  </a:moveTo>
                  <a:lnTo>
                    <a:pt x="21545" y="603"/>
                  </a:lnTo>
                  <a:lnTo>
                    <a:pt x="21208" y="1124"/>
                  </a:lnTo>
                  <a:cubicBezTo>
                    <a:pt x="15776" y="1"/>
                    <a:pt x="8980" y="3518"/>
                    <a:pt x="4697" y="10147"/>
                  </a:cubicBezTo>
                  <a:cubicBezTo>
                    <a:pt x="414" y="16775"/>
                    <a:pt x="1" y="24417"/>
                    <a:pt x="3259" y="28907"/>
                  </a:cubicBezTo>
                  <a:lnTo>
                    <a:pt x="2921" y="29429"/>
                  </a:lnTo>
                  <a:lnTo>
                    <a:pt x="5662" y="31200"/>
                  </a:lnTo>
                  <a:cubicBezTo>
                    <a:pt x="11337" y="34867"/>
                    <a:pt x="20108" y="31387"/>
                    <a:pt x="25251" y="23426"/>
                  </a:cubicBezTo>
                  <a:cubicBezTo>
                    <a:pt x="30395" y="15467"/>
                    <a:pt x="29962" y="6041"/>
                    <a:pt x="24286" y="237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2"/>
            <p:cNvSpPr/>
            <p:nvPr/>
          </p:nvSpPr>
          <p:spPr>
            <a:xfrm>
              <a:off x="4818650" y="1794175"/>
              <a:ext cx="771050" cy="904050"/>
            </a:xfrm>
            <a:custGeom>
              <a:avLst/>
              <a:gdLst/>
              <a:ahLst/>
              <a:cxnLst/>
              <a:rect l="l" t="t" r="r" b="b"/>
              <a:pathLst>
                <a:path w="30842" h="36162" extrusionOk="0">
                  <a:moveTo>
                    <a:pt x="25698" y="24721"/>
                  </a:moveTo>
                  <a:cubicBezTo>
                    <a:pt x="20555" y="32681"/>
                    <a:pt x="11786" y="36162"/>
                    <a:pt x="6109" y="32494"/>
                  </a:cubicBezTo>
                  <a:cubicBezTo>
                    <a:pt x="433" y="28827"/>
                    <a:pt x="1" y="19401"/>
                    <a:pt x="5144" y="11442"/>
                  </a:cubicBezTo>
                  <a:cubicBezTo>
                    <a:pt x="10287" y="3481"/>
                    <a:pt x="19058" y="1"/>
                    <a:pt x="24733" y="3668"/>
                  </a:cubicBezTo>
                  <a:cubicBezTo>
                    <a:pt x="30409" y="7334"/>
                    <a:pt x="30842" y="16760"/>
                    <a:pt x="25698" y="247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2"/>
            <p:cNvSpPr/>
            <p:nvPr/>
          </p:nvSpPr>
          <p:spPr>
            <a:xfrm>
              <a:off x="4784000" y="1796875"/>
              <a:ext cx="759825" cy="871725"/>
            </a:xfrm>
            <a:custGeom>
              <a:avLst/>
              <a:gdLst/>
              <a:ahLst/>
              <a:cxnLst/>
              <a:rect l="l" t="t" r="r" b="b"/>
              <a:pathLst>
                <a:path w="30393" h="34869" extrusionOk="0">
                  <a:moveTo>
                    <a:pt x="24285" y="2375"/>
                  </a:moveTo>
                  <a:lnTo>
                    <a:pt x="21544" y="603"/>
                  </a:lnTo>
                  <a:lnTo>
                    <a:pt x="21207" y="1126"/>
                  </a:lnTo>
                  <a:cubicBezTo>
                    <a:pt x="15775" y="1"/>
                    <a:pt x="8978" y="3520"/>
                    <a:pt x="4696" y="10148"/>
                  </a:cubicBezTo>
                  <a:cubicBezTo>
                    <a:pt x="413" y="16776"/>
                    <a:pt x="0" y="24419"/>
                    <a:pt x="3258" y="28908"/>
                  </a:cubicBezTo>
                  <a:lnTo>
                    <a:pt x="2921" y="29431"/>
                  </a:lnTo>
                  <a:lnTo>
                    <a:pt x="5660" y="31201"/>
                  </a:lnTo>
                  <a:cubicBezTo>
                    <a:pt x="11337" y="34868"/>
                    <a:pt x="20108" y="31389"/>
                    <a:pt x="25251" y="23428"/>
                  </a:cubicBezTo>
                  <a:cubicBezTo>
                    <a:pt x="30393" y="15468"/>
                    <a:pt x="29960" y="6042"/>
                    <a:pt x="24285" y="23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2"/>
            <p:cNvSpPr/>
            <p:nvPr/>
          </p:nvSpPr>
          <p:spPr>
            <a:xfrm>
              <a:off x="4704300" y="1720300"/>
              <a:ext cx="771025" cy="904025"/>
            </a:xfrm>
            <a:custGeom>
              <a:avLst/>
              <a:gdLst/>
              <a:ahLst/>
              <a:cxnLst/>
              <a:rect l="l" t="t" r="r" b="b"/>
              <a:pathLst>
                <a:path w="30841" h="36161" extrusionOk="0">
                  <a:moveTo>
                    <a:pt x="25698" y="24720"/>
                  </a:moveTo>
                  <a:cubicBezTo>
                    <a:pt x="20555" y="32680"/>
                    <a:pt x="11784" y="36161"/>
                    <a:pt x="6109" y="32494"/>
                  </a:cubicBezTo>
                  <a:cubicBezTo>
                    <a:pt x="432" y="28826"/>
                    <a:pt x="0" y="19400"/>
                    <a:pt x="5143" y="11441"/>
                  </a:cubicBezTo>
                  <a:cubicBezTo>
                    <a:pt x="10286" y="3480"/>
                    <a:pt x="19056" y="0"/>
                    <a:pt x="24732" y="3668"/>
                  </a:cubicBezTo>
                  <a:cubicBezTo>
                    <a:pt x="30409" y="7333"/>
                    <a:pt x="30841" y="16759"/>
                    <a:pt x="25698" y="247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2"/>
            <p:cNvSpPr/>
            <p:nvPr/>
          </p:nvSpPr>
          <p:spPr>
            <a:xfrm>
              <a:off x="4571150" y="1804825"/>
              <a:ext cx="653650" cy="490150"/>
            </a:xfrm>
            <a:custGeom>
              <a:avLst/>
              <a:gdLst/>
              <a:ahLst/>
              <a:cxnLst/>
              <a:rect l="l" t="t" r="r" b="b"/>
              <a:pathLst>
                <a:path w="26146" h="19606" extrusionOk="0">
                  <a:moveTo>
                    <a:pt x="25077" y="13928"/>
                  </a:moveTo>
                  <a:lnTo>
                    <a:pt x="3521" y="0"/>
                  </a:lnTo>
                  <a:lnTo>
                    <a:pt x="3391" y="201"/>
                  </a:lnTo>
                  <a:cubicBezTo>
                    <a:pt x="2502" y="170"/>
                    <a:pt x="1473" y="773"/>
                    <a:pt x="800" y="1814"/>
                  </a:cubicBezTo>
                  <a:cubicBezTo>
                    <a:pt x="128" y="2855"/>
                    <a:pt x="1" y="4039"/>
                    <a:pt x="397" y="4837"/>
                  </a:cubicBezTo>
                  <a:lnTo>
                    <a:pt x="267" y="5038"/>
                  </a:lnTo>
                  <a:lnTo>
                    <a:pt x="21823" y="18964"/>
                  </a:lnTo>
                  <a:cubicBezTo>
                    <a:pt x="22814" y="19606"/>
                    <a:pt x="24347" y="18998"/>
                    <a:pt x="25246" y="17606"/>
                  </a:cubicBezTo>
                  <a:cubicBezTo>
                    <a:pt x="26146" y="16215"/>
                    <a:pt x="26070" y="14568"/>
                    <a:pt x="25077" y="139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2"/>
            <p:cNvSpPr/>
            <p:nvPr/>
          </p:nvSpPr>
          <p:spPr>
            <a:xfrm>
              <a:off x="4552025" y="1789400"/>
              <a:ext cx="134750" cy="157950"/>
            </a:xfrm>
            <a:custGeom>
              <a:avLst/>
              <a:gdLst/>
              <a:ahLst/>
              <a:cxnLst/>
              <a:rect l="l" t="t" r="r" b="b"/>
              <a:pathLst>
                <a:path w="5390" h="6318" extrusionOk="0">
                  <a:moveTo>
                    <a:pt x="4490" y="4320"/>
                  </a:moveTo>
                  <a:cubicBezTo>
                    <a:pt x="3592" y="5710"/>
                    <a:pt x="2059" y="6318"/>
                    <a:pt x="1067" y="5678"/>
                  </a:cubicBezTo>
                  <a:cubicBezTo>
                    <a:pt x="76" y="5037"/>
                    <a:pt x="0" y="3389"/>
                    <a:pt x="898" y="1999"/>
                  </a:cubicBezTo>
                  <a:cubicBezTo>
                    <a:pt x="1797" y="608"/>
                    <a:pt x="3330" y="0"/>
                    <a:pt x="4321" y="640"/>
                  </a:cubicBezTo>
                  <a:cubicBezTo>
                    <a:pt x="5313" y="1282"/>
                    <a:pt x="5389" y="2929"/>
                    <a:pt x="4490" y="43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4"/>
          <p:cNvSpPr txBox="1">
            <a:spLocks noGrp="1"/>
          </p:cNvSpPr>
          <p:nvPr>
            <p:ph type="subTitle" idx="1"/>
          </p:nvPr>
        </p:nvSpPr>
        <p:spPr>
          <a:xfrm>
            <a:off x="722207" y="2469500"/>
            <a:ext cx="2173166" cy="233525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/>
              <a:t>1. Management:</a:t>
            </a:r>
            <a:r>
              <a:rPr lang="en" b="0" dirty="0"/>
              <a:t> </a:t>
            </a:r>
            <a:r>
              <a:rPr lang="en" b="0"/>
              <a:t>Seamless class scheduling and member enrollment via personalized dashboards.</a:t>
            </a:r>
            <a:endParaRPr lang="en-US"/>
          </a:p>
        </p:txBody>
      </p:sp>
      <p:sp>
        <p:nvSpPr>
          <p:cNvPr id="357" name="Google Shape;357;p34"/>
          <p:cNvSpPr txBox="1">
            <a:spLocks noGrp="1"/>
          </p:cNvSpPr>
          <p:nvPr>
            <p:ph type="subTitle" idx="5"/>
          </p:nvPr>
        </p:nvSpPr>
        <p:spPr>
          <a:xfrm>
            <a:off x="3481788" y="2469500"/>
            <a:ext cx="2180400" cy="26752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 dirty="0"/>
              <a:t>2. Live Performance: </a:t>
            </a:r>
            <a:r>
              <a:rPr lang="en" b="0" dirty="0"/>
              <a:t>Real-time workout tracking where trainers see client reps and sets the moment they happen via </a:t>
            </a:r>
            <a:r>
              <a:rPr lang="en" b="0" dirty="0" err="1"/>
              <a:t>WebSockets</a:t>
            </a:r>
            <a:r>
              <a:rPr lang="en" b="0" dirty="0"/>
              <a:t>.</a:t>
            </a:r>
            <a:endParaRPr lang="en-US"/>
          </a:p>
        </p:txBody>
      </p:sp>
      <p:sp>
        <p:nvSpPr>
          <p:cNvPr id="358" name="Google Shape;358;p34"/>
          <p:cNvSpPr txBox="1">
            <a:spLocks noGrp="1"/>
          </p:cNvSpPr>
          <p:nvPr>
            <p:ph type="subTitle" idx="6"/>
          </p:nvPr>
        </p:nvSpPr>
        <p:spPr>
          <a:xfrm>
            <a:off x="6443950" y="2469500"/>
            <a:ext cx="2173166" cy="19518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/>
              <a:t>3. Communication: </a:t>
            </a:r>
            <a:r>
              <a:rPr lang="en" b="0"/>
              <a:t>Integrated chat system for instant feedback and coaching.</a:t>
            </a:r>
            <a:endParaRPr lang="en-US" b="0"/>
          </a:p>
        </p:txBody>
      </p:sp>
      <p:sp>
        <p:nvSpPr>
          <p:cNvPr id="359" name="Google Shape;359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b="0"/>
              <a:t>Key Capabilities</a:t>
            </a:r>
            <a:endParaRPr lang="en-US"/>
          </a:p>
        </p:txBody>
      </p:sp>
      <p:sp>
        <p:nvSpPr>
          <p:cNvPr id="363" name="Google Shape;363;p34"/>
          <p:cNvSpPr/>
          <p:nvPr/>
        </p:nvSpPr>
        <p:spPr>
          <a:xfrm>
            <a:off x="1469925" y="1589900"/>
            <a:ext cx="670500" cy="6705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4"/>
          <p:cNvSpPr/>
          <p:nvPr/>
        </p:nvSpPr>
        <p:spPr>
          <a:xfrm>
            <a:off x="4236750" y="1589900"/>
            <a:ext cx="670500" cy="6705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34"/>
          <p:cNvSpPr/>
          <p:nvPr/>
        </p:nvSpPr>
        <p:spPr>
          <a:xfrm>
            <a:off x="7003575" y="1589900"/>
            <a:ext cx="670500" cy="670500"/>
          </a:xfrm>
          <a:prstGeom prst="rect">
            <a:avLst/>
          </a:prstGeom>
          <a:solidFill>
            <a:schemeClr val="lt2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6" name="Google Shape;366;p34"/>
          <p:cNvGrpSpPr/>
          <p:nvPr/>
        </p:nvGrpSpPr>
        <p:grpSpPr>
          <a:xfrm>
            <a:off x="1610441" y="1722787"/>
            <a:ext cx="389463" cy="388849"/>
            <a:chOff x="3322530" y="1469939"/>
            <a:chExt cx="346529" cy="345982"/>
          </a:xfrm>
        </p:grpSpPr>
        <p:sp>
          <p:nvSpPr>
            <p:cNvPr id="367" name="Google Shape;367;p34"/>
            <p:cNvSpPr/>
            <p:nvPr/>
          </p:nvSpPr>
          <p:spPr>
            <a:xfrm>
              <a:off x="3322530" y="1469939"/>
              <a:ext cx="346529" cy="345982"/>
            </a:xfrm>
            <a:custGeom>
              <a:avLst/>
              <a:gdLst/>
              <a:ahLst/>
              <a:cxnLst/>
              <a:rect l="l" t="t" r="r" b="b"/>
              <a:pathLst>
                <a:path w="634" h="633" extrusionOk="0">
                  <a:moveTo>
                    <a:pt x="348" y="28"/>
                  </a:moveTo>
                  <a:cubicBezTo>
                    <a:pt x="351" y="28"/>
                    <a:pt x="354" y="28"/>
                    <a:pt x="356" y="28"/>
                  </a:cubicBezTo>
                  <a:cubicBezTo>
                    <a:pt x="417" y="35"/>
                    <a:pt x="477" y="63"/>
                    <a:pt x="524" y="111"/>
                  </a:cubicBezTo>
                  <a:cubicBezTo>
                    <a:pt x="570" y="157"/>
                    <a:pt x="599" y="215"/>
                    <a:pt x="608" y="278"/>
                  </a:cubicBezTo>
                  <a:cubicBezTo>
                    <a:pt x="608" y="296"/>
                    <a:pt x="606" y="319"/>
                    <a:pt x="589" y="336"/>
                  </a:cubicBezTo>
                  <a:cubicBezTo>
                    <a:pt x="577" y="347"/>
                    <a:pt x="561" y="354"/>
                    <a:pt x="541" y="354"/>
                  </a:cubicBezTo>
                  <a:cubicBezTo>
                    <a:pt x="528" y="354"/>
                    <a:pt x="513" y="351"/>
                    <a:pt x="498" y="346"/>
                  </a:cubicBezTo>
                  <a:cubicBezTo>
                    <a:pt x="454" y="335"/>
                    <a:pt x="410" y="306"/>
                    <a:pt x="369" y="265"/>
                  </a:cubicBezTo>
                  <a:cubicBezTo>
                    <a:pt x="330" y="226"/>
                    <a:pt x="301" y="180"/>
                    <a:pt x="288" y="137"/>
                  </a:cubicBezTo>
                  <a:cubicBezTo>
                    <a:pt x="277" y="98"/>
                    <a:pt x="280" y="64"/>
                    <a:pt x="298" y="46"/>
                  </a:cubicBezTo>
                  <a:cubicBezTo>
                    <a:pt x="313" y="32"/>
                    <a:pt x="332" y="28"/>
                    <a:pt x="348" y="28"/>
                  </a:cubicBezTo>
                  <a:close/>
                  <a:moveTo>
                    <a:pt x="282" y="28"/>
                  </a:moveTo>
                  <a:lnTo>
                    <a:pt x="282" y="28"/>
                  </a:lnTo>
                  <a:cubicBezTo>
                    <a:pt x="256" y="53"/>
                    <a:pt x="249" y="95"/>
                    <a:pt x="264" y="144"/>
                  </a:cubicBezTo>
                  <a:cubicBezTo>
                    <a:pt x="278" y="192"/>
                    <a:pt x="310" y="241"/>
                    <a:pt x="352" y="283"/>
                  </a:cubicBezTo>
                  <a:cubicBezTo>
                    <a:pt x="394" y="326"/>
                    <a:pt x="443" y="356"/>
                    <a:pt x="490" y="371"/>
                  </a:cubicBezTo>
                  <a:cubicBezTo>
                    <a:pt x="508" y="375"/>
                    <a:pt x="525" y="378"/>
                    <a:pt x="540" y="378"/>
                  </a:cubicBezTo>
                  <a:cubicBezTo>
                    <a:pt x="567" y="378"/>
                    <a:pt x="590" y="369"/>
                    <a:pt x="608" y="353"/>
                  </a:cubicBezTo>
                  <a:lnTo>
                    <a:pt x="608" y="353"/>
                  </a:lnTo>
                  <a:cubicBezTo>
                    <a:pt x="603" y="381"/>
                    <a:pt x="596" y="408"/>
                    <a:pt x="584" y="434"/>
                  </a:cubicBezTo>
                  <a:cubicBezTo>
                    <a:pt x="561" y="447"/>
                    <a:pt x="533" y="453"/>
                    <a:pt x="503" y="453"/>
                  </a:cubicBezTo>
                  <a:cubicBezTo>
                    <a:pt x="446" y="453"/>
                    <a:pt x="381" y="430"/>
                    <a:pt x="324" y="387"/>
                  </a:cubicBezTo>
                  <a:cubicBezTo>
                    <a:pt x="322" y="385"/>
                    <a:pt x="319" y="384"/>
                    <a:pt x="317" y="384"/>
                  </a:cubicBezTo>
                  <a:cubicBezTo>
                    <a:pt x="313" y="384"/>
                    <a:pt x="309" y="386"/>
                    <a:pt x="307" y="389"/>
                  </a:cubicBezTo>
                  <a:cubicBezTo>
                    <a:pt x="303" y="395"/>
                    <a:pt x="304" y="402"/>
                    <a:pt x="308" y="407"/>
                  </a:cubicBezTo>
                  <a:cubicBezTo>
                    <a:pt x="356" y="443"/>
                    <a:pt x="408" y="466"/>
                    <a:pt x="460" y="475"/>
                  </a:cubicBezTo>
                  <a:cubicBezTo>
                    <a:pt x="475" y="476"/>
                    <a:pt x="489" y="478"/>
                    <a:pt x="503" y="478"/>
                  </a:cubicBezTo>
                  <a:cubicBezTo>
                    <a:pt x="525" y="478"/>
                    <a:pt x="547" y="475"/>
                    <a:pt x="567" y="469"/>
                  </a:cubicBezTo>
                  <a:lnTo>
                    <a:pt x="567" y="469"/>
                  </a:lnTo>
                  <a:cubicBezTo>
                    <a:pt x="555" y="488"/>
                    <a:pt x="541" y="506"/>
                    <a:pt x="524" y="522"/>
                  </a:cubicBezTo>
                  <a:cubicBezTo>
                    <a:pt x="521" y="527"/>
                    <a:pt x="516" y="530"/>
                    <a:pt x="512" y="534"/>
                  </a:cubicBezTo>
                  <a:cubicBezTo>
                    <a:pt x="490" y="540"/>
                    <a:pt x="469" y="543"/>
                    <a:pt x="446" y="543"/>
                  </a:cubicBezTo>
                  <a:cubicBezTo>
                    <a:pt x="362" y="543"/>
                    <a:pt x="271" y="504"/>
                    <a:pt x="202" y="433"/>
                  </a:cubicBezTo>
                  <a:cubicBezTo>
                    <a:pt x="112" y="345"/>
                    <a:pt x="73" y="223"/>
                    <a:pt x="100" y="122"/>
                  </a:cubicBezTo>
                  <a:cubicBezTo>
                    <a:pt x="105" y="118"/>
                    <a:pt x="108" y="115"/>
                    <a:pt x="112" y="111"/>
                  </a:cubicBezTo>
                  <a:cubicBezTo>
                    <a:pt x="129" y="93"/>
                    <a:pt x="147" y="80"/>
                    <a:pt x="167" y="67"/>
                  </a:cubicBezTo>
                  <a:lnTo>
                    <a:pt x="167" y="67"/>
                  </a:lnTo>
                  <a:cubicBezTo>
                    <a:pt x="155" y="100"/>
                    <a:pt x="154" y="137"/>
                    <a:pt x="160" y="174"/>
                  </a:cubicBezTo>
                  <a:cubicBezTo>
                    <a:pt x="168" y="226"/>
                    <a:pt x="193" y="278"/>
                    <a:pt x="228" y="326"/>
                  </a:cubicBezTo>
                  <a:cubicBezTo>
                    <a:pt x="230" y="329"/>
                    <a:pt x="235" y="330"/>
                    <a:pt x="238" y="330"/>
                  </a:cubicBezTo>
                  <a:cubicBezTo>
                    <a:pt x="241" y="330"/>
                    <a:pt x="243" y="330"/>
                    <a:pt x="245" y="329"/>
                  </a:cubicBezTo>
                  <a:cubicBezTo>
                    <a:pt x="251" y="324"/>
                    <a:pt x="252" y="316"/>
                    <a:pt x="248" y="311"/>
                  </a:cubicBezTo>
                  <a:cubicBezTo>
                    <a:pt x="181" y="223"/>
                    <a:pt x="163" y="119"/>
                    <a:pt x="200" y="50"/>
                  </a:cubicBezTo>
                  <a:cubicBezTo>
                    <a:pt x="226" y="38"/>
                    <a:pt x="254" y="31"/>
                    <a:pt x="282" y="28"/>
                  </a:cubicBezTo>
                  <a:close/>
                  <a:moveTo>
                    <a:pt x="69" y="166"/>
                  </a:moveTo>
                  <a:cubicBezTo>
                    <a:pt x="61" y="264"/>
                    <a:pt x="103" y="371"/>
                    <a:pt x="184" y="452"/>
                  </a:cubicBezTo>
                  <a:cubicBezTo>
                    <a:pt x="258" y="525"/>
                    <a:pt x="355" y="567"/>
                    <a:pt x="446" y="567"/>
                  </a:cubicBezTo>
                  <a:cubicBezTo>
                    <a:pt x="453" y="567"/>
                    <a:pt x="462" y="567"/>
                    <a:pt x="469" y="566"/>
                  </a:cubicBezTo>
                  <a:lnTo>
                    <a:pt x="469" y="566"/>
                  </a:lnTo>
                  <a:cubicBezTo>
                    <a:pt x="422" y="594"/>
                    <a:pt x="370" y="608"/>
                    <a:pt x="318" y="608"/>
                  </a:cubicBezTo>
                  <a:cubicBezTo>
                    <a:pt x="243" y="608"/>
                    <a:pt x="169" y="579"/>
                    <a:pt x="112" y="522"/>
                  </a:cubicBezTo>
                  <a:cubicBezTo>
                    <a:pt x="15" y="426"/>
                    <a:pt x="1" y="278"/>
                    <a:pt x="69" y="166"/>
                  </a:cubicBezTo>
                  <a:close/>
                  <a:moveTo>
                    <a:pt x="319" y="1"/>
                  </a:moveTo>
                  <a:cubicBezTo>
                    <a:pt x="233" y="1"/>
                    <a:pt x="154" y="34"/>
                    <a:pt x="95" y="93"/>
                  </a:cubicBezTo>
                  <a:cubicBezTo>
                    <a:pt x="35" y="153"/>
                    <a:pt x="2" y="232"/>
                    <a:pt x="2" y="317"/>
                  </a:cubicBezTo>
                  <a:cubicBezTo>
                    <a:pt x="2" y="401"/>
                    <a:pt x="35" y="480"/>
                    <a:pt x="95" y="540"/>
                  </a:cubicBezTo>
                  <a:cubicBezTo>
                    <a:pt x="154" y="600"/>
                    <a:pt x="233" y="632"/>
                    <a:pt x="319" y="632"/>
                  </a:cubicBezTo>
                  <a:cubicBezTo>
                    <a:pt x="402" y="632"/>
                    <a:pt x="482" y="600"/>
                    <a:pt x="541" y="540"/>
                  </a:cubicBezTo>
                  <a:cubicBezTo>
                    <a:pt x="602" y="480"/>
                    <a:pt x="634" y="401"/>
                    <a:pt x="634" y="317"/>
                  </a:cubicBezTo>
                  <a:cubicBezTo>
                    <a:pt x="634" y="232"/>
                    <a:pt x="602" y="153"/>
                    <a:pt x="541" y="93"/>
                  </a:cubicBezTo>
                  <a:cubicBezTo>
                    <a:pt x="482" y="34"/>
                    <a:pt x="402" y="1"/>
                    <a:pt x="3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3524762" y="1513119"/>
              <a:ext cx="103303" cy="99477"/>
            </a:xfrm>
            <a:custGeom>
              <a:avLst/>
              <a:gdLst/>
              <a:ahLst/>
              <a:cxnLst/>
              <a:rect l="l" t="t" r="r" b="b"/>
              <a:pathLst>
                <a:path w="189" h="182" extrusionOk="0">
                  <a:moveTo>
                    <a:pt x="45" y="26"/>
                  </a:moveTo>
                  <a:cubicBezTo>
                    <a:pt x="50" y="26"/>
                    <a:pt x="57" y="26"/>
                    <a:pt x="64" y="29"/>
                  </a:cubicBezTo>
                  <a:cubicBezTo>
                    <a:pt x="81" y="36"/>
                    <a:pt x="102" y="49"/>
                    <a:pt x="119" y="66"/>
                  </a:cubicBezTo>
                  <a:cubicBezTo>
                    <a:pt x="136" y="84"/>
                    <a:pt x="151" y="104"/>
                    <a:pt x="157" y="121"/>
                  </a:cubicBezTo>
                  <a:cubicBezTo>
                    <a:pt x="162" y="136"/>
                    <a:pt x="162" y="147"/>
                    <a:pt x="157" y="153"/>
                  </a:cubicBezTo>
                  <a:cubicBezTo>
                    <a:pt x="154" y="155"/>
                    <a:pt x="150" y="156"/>
                    <a:pt x="145" y="156"/>
                  </a:cubicBezTo>
                  <a:cubicBezTo>
                    <a:pt x="139" y="156"/>
                    <a:pt x="132" y="155"/>
                    <a:pt x="125" y="153"/>
                  </a:cubicBezTo>
                  <a:cubicBezTo>
                    <a:pt x="107" y="146"/>
                    <a:pt x="89" y="133"/>
                    <a:pt x="70" y="115"/>
                  </a:cubicBezTo>
                  <a:cubicBezTo>
                    <a:pt x="53" y="98"/>
                    <a:pt x="40" y="78"/>
                    <a:pt x="32" y="60"/>
                  </a:cubicBezTo>
                  <a:cubicBezTo>
                    <a:pt x="28" y="46"/>
                    <a:pt x="28" y="34"/>
                    <a:pt x="32" y="29"/>
                  </a:cubicBezTo>
                  <a:cubicBezTo>
                    <a:pt x="35" y="26"/>
                    <a:pt x="40" y="26"/>
                    <a:pt x="45" y="26"/>
                  </a:cubicBezTo>
                  <a:close/>
                  <a:moveTo>
                    <a:pt x="45" y="0"/>
                  </a:moveTo>
                  <a:cubicBezTo>
                    <a:pt x="33" y="0"/>
                    <a:pt x="23" y="4"/>
                    <a:pt x="15" y="11"/>
                  </a:cubicBezTo>
                  <a:cubicBezTo>
                    <a:pt x="3" y="24"/>
                    <a:pt x="1" y="45"/>
                    <a:pt x="9" y="69"/>
                  </a:cubicBezTo>
                  <a:cubicBezTo>
                    <a:pt x="18" y="89"/>
                    <a:pt x="32" y="113"/>
                    <a:pt x="53" y="133"/>
                  </a:cubicBezTo>
                  <a:cubicBezTo>
                    <a:pt x="73" y="153"/>
                    <a:pt x="96" y="169"/>
                    <a:pt x="118" y="176"/>
                  </a:cubicBezTo>
                  <a:cubicBezTo>
                    <a:pt x="128" y="179"/>
                    <a:pt x="136" y="182"/>
                    <a:pt x="145" y="182"/>
                  </a:cubicBezTo>
                  <a:cubicBezTo>
                    <a:pt x="157" y="182"/>
                    <a:pt x="167" y="178"/>
                    <a:pt x="174" y="170"/>
                  </a:cubicBezTo>
                  <a:cubicBezTo>
                    <a:pt x="187" y="157"/>
                    <a:pt x="188" y="137"/>
                    <a:pt x="180" y="113"/>
                  </a:cubicBezTo>
                  <a:cubicBezTo>
                    <a:pt x="172" y="92"/>
                    <a:pt x="157" y="69"/>
                    <a:pt x="136" y="49"/>
                  </a:cubicBezTo>
                  <a:cubicBezTo>
                    <a:pt x="116" y="29"/>
                    <a:pt x="94" y="13"/>
                    <a:pt x="73" y="6"/>
                  </a:cubicBezTo>
                  <a:cubicBezTo>
                    <a:pt x="63" y="2"/>
                    <a:pt x="53" y="0"/>
                    <a:pt x="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3465732" y="1659601"/>
              <a:ext cx="13664" cy="14211"/>
            </a:xfrm>
            <a:custGeom>
              <a:avLst/>
              <a:gdLst/>
              <a:ahLst/>
              <a:cxnLst/>
              <a:rect l="l" t="t" r="r" b="b"/>
              <a:pathLst>
                <a:path w="25" h="26" extrusionOk="0">
                  <a:moveTo>
                    <a:pt x="13" y="1"/>
                  </a:moveTo>
                  <a:cubicBezTo>
                    <a:pt x="9" y="1"/>
                    <a:pt x="6" y="2"/>
                    <a:pt x="3" y="5"/>
                  </a:cubicBezTo>
                  <a:cubicBezTo>
                    <a:pt x="2" y="6"/>
                    <a:pt x="0" y="9"/>
                    <a:pt x="0" y="14"/>
                  </a:cubicBezTo>
                  <a:cubicBezTo>
                    <a:pt x="0" y="16"/>
                    <a:pt x="2" y="19"/>
                    <a:pt x="3" y="22"/>
                  </a:cubicBezTo>
                  <a:cubicBezTo>
                    <a:pt x="6" y="24"/>
                    <a:pt x="9" y="25"/>
                    <a:pt x="13" y="25"/>
                  </a:cubicBezTo>
                  <a:cubicBezTo>
                    <a:pt x="16" y="25"/>
                    <a:pt x="19" y="24"/>
                    <a:pt x="22" y="22"/>
                  </a:cubicBezTo>
                  <a:cubicBezTo>
                    <a:pt x="23" y="19"/>
                    <a:pt x="25" y="16"/>
                    <a:pt x="25" y="14"/>
                  </a:cubicBezTo>
                  <a:cubicBezTo>
                    <a:pt x="25" y="9"/>
                    <a:pt x="23" y="6"/>
                    <a:pt x="22" y="5"/>
                  </a:cubicBezTo>
                  <a:cubicBezTo>
                    <a:pt x="19" y="2"/>
                    <a:pt x="16" y="1"/>
                    <a:pt x="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0" name="Google Shape;370;p34"/>
          <p:cNvGrpSpPr/>
          <p:nvPr/>
        </p:nvGrpSpPr>
        <p:grpSpPr>
          <a:xfrm>
            <a:off x="7144107" y="1730115"/>
            <a:ext cx="389409" cy="390060"/>
            <a:chOff x="2609796" y="1469939"/>
            <a:chExt cx="345435" cy="345982"/>
          </a:xfrm>
        </p:grpSpPr>
        <p:sp>
          <p:nvSpPr>
            <p:cNvPr id="371" name="Google Shape;371;p34"/>
            <p:cNvSpPr/>
            <p:nvPr/>
          </p:nvSpPr>
          <p:spPr>
            <a:xfrm>
              <a:off x="2844823" y="1688569"/>
              <a:ext cx="42633" cy="31701"/>
            </a:xfrm>
            <a:custGeom>
              <a:avLst/>
              <a:gdLst/>
              <a:ahLst/>
              <a:cxnLst/>
              <a:rect l="l" t="t" r="r" b="b"/>
              <a:pathLst>
                <a:path w="78" h="58" extrusionOk="0">
                  <a:moveTo>
                    <a:pt x="64" y="1"/>
                  </a:moveTo>
                  <a:cubicBezTo>
                    <a:pt x="61" y="1"/>
                    <a:pt x="58" y="2"/>
                    <a:pt x="56" y="4"/>
                  </a:cubicBezTo>
                  <a:lnTo>
                    <a:pt x="31" y="27"/>
                  </a:lnTo>
                  <a:lnTo>
                    <a:pt x="23" y="20"/>
                  </a:lnTo>
                  <a:cubicBezTo>
                    <a:pt x="20" y="17"/>
                    <a:pt x="17" y="15"/>
                    <a:pt x="14" y="15"/>
                  </a:cubicBezTo>
                  <a:cubicBezTo>
                    <a:pt x="11" y="15"/>
                    <a:pt x="8" y="17"/>
                    <a:pt x="5" y="20"/>
                  </a:cubicBezTo>
                  <a:cubicBezTo>
                    <a:pt x="1" y="24"/>
                    <a:pt x="1" y="31"/>
                    <a:pt x="5" y="37"/>
                  </a:cubicBezTo>
                  <a:lnTo>
                    <a:pt x="23" y="53"/>
                  </a:lnTo>
                  <a:cubicBezTo>
                    <a:pt x="25" y="56"/>
                    <a:pt x="28" y="57"/>
                    <a:pt x="31" y="57"/>
                  </a:cubicBezTo>
                  <a:cubicBezTo>
                    <a:pt x="34" y="57"/>
                    <a:pt x="37" y="56"/>
                    <a:pt x="40" y="53"/>
                  </a:cubicBezTo>
                  <a:lnTo>
                    <a:pt x="73" y="21"/>
                  </a:lnTo>
                  <a:cubicBezTo>
                    <a:pt x="77" y="17"/>
                    <a:pt x="77" y="8"/>
                    <a:pt x="73" y="4"/>
                  </a:cubicBezTo>
                  <a:cubicBezTo>
                    <a:pt x="70" y="2"/>
                    <a:pt x="67" y="1"/>
                    <a:pt x="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2845916" y="1738308"/>
              <a:ext cx="40447" cy="40993"/>
            </a:xfrm>
            <a:custGeom>
              <a:avLst/>
              <a:gdLst/>
              <a:ahLst/>
              <a:cxnLst/>
              <a:rect l="l" t="t" r="r" b="b"/>
              <a:pathLst>
                <a:path w="74" h="75" extrusionOk="0">
                  <a:moveTo>
                    <a:pt x="49" y="26"/>
                  </a:moveTo>
                  <a:lnTo>
                    <a:pt x="49" y="50"/>
                  </a:lnTo>
                  <a:lnTo>
                    <a:pt x="25" y="50"/>
                  </a:lnTo>
                  <a:lnTo>
                    <a:pt x="25" y="26"/>
                  </a:lnTo>
                  <a:close/>
                  <a:moveTo>
                    <a:pt x="12" y="1"/>
                  </a:moveTo>
                  <a:cubicBezTo>
                    <a:pt x="6" y="1"/>
                    <a:pt x="0" y="7"/>
                    <a:pt x="0" y="13"/>
                  </a:cubicBezTo>
                  <a:lnTo>
                    <a:pt x="0" y="63"/>
                  </a:lnTo>
                  <a:cubicBezTo>
                    <a:pt x="0" y="69"/>
                    <a:pt x="6" y="75"/>
                    <a:pt x="12" y="75"/>
                  </a:cubicBezTo>
                  <a:lnTo>
                    <a:pt x="62" y="75"/>
                  </a:lnTo>
                  <a:cubicBezTo>
                    <a:pt x="68" y="75"/>
                    <a:pt x="74" y="69"/>
                    <a:pt x="74" y="63"/>
                  </a:cubicBezTo>
                  <a:lnTo>
                    <a:pt x="74" y="13"/>
                  </a:lnTo>
                  <a:cubicBezTo>
                    <a:pt x="74" y="7"/>
                    <a:pt x="68" y="1"/>
                    <a:pt x="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2906586" y="1738308"/>
              <a:ext cx="21863" cy="14211"/>
            </a:xfrm>
            <a:custGeom>
              <a:avLst/>
              <a:gdLst/>
              <a:ahLst/>
              <a:cxnLst/>
              <a:rect l="l" t="t" r="r" b="b"/>
              <a:pathLst>
                <a:path w="40" h="26" extrusionOk="0">
                  <a:moveTo>
                    <a:pt x="12" y="1"/>
                  </a:moveTo>
                  <a:cubicBezTo>
                    <a:pt x="6" y="1"/>
                    <a:pt x="1" y="7"/>
                    <a:pt x="1" y="13"/>
                  </a:cubicBezTo>
                  <a:cubicBezTo>
                    <a:pt x="1" y="20"/>
                    <a:pt x="6" y="26"/>
                    <a:pt x="12" y="26"/>
                  </a:cubicBezTo>
                  <a:lnTo>
                    <a:pt x="28" y="26"/>
                  </a:lnTo>
                  <a:cubicBezTo>
                    <a:pt x="34" y="26"/>
                    <a:pt x="40" y="20"/>
                    <a:pt x="40" y="13"/>
                  </a:cubicBezTo>
                  <a:cubicBezTo>
                    <a:pt x="40" y="7"/>
                    <a:pt x="34" y="1"/>
                    <a:pt x="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2906586" y="1765636"/>
              <a:ext cx="21863" cy="13664"/>
            </a:xfrm>
            <a:custGeom>
              <a:avLst/>
              <a:gdLst/>
              <a:ahLst/>
              <a:cxnLst/>
              <a:rect l="l" t="t" r="r" b="b"/>
              <a:pathLst>
                <a:path w="40" h="25" extrusionOk="0">
                  <a:moveTo>
                    <a:pt x="12" y="0"/>
                  </a:moveTo>
                  <a:cubicBezTo>
                    <a:pt x="6" y="0"/>
                    <a:pt x="1" y="6"/>
                    <a:pt x="1" y="13"/>
                  </a:cubicBezTo>
                  <a:cubicBezTo>
                    <a:pt x="1" y="19"/>
                    <a:pt x="6" y="25"/>
                    <a:pt x="12" y="25"/>
                  </a:cubicBezTo>
                  <a:lnTo>
                    <a:pt x="28" y="25"/>
                  </a:lnTo>
                  <a:cubicBezTo>
                    <a:pt x="34" y="25"/>
                    <a:pt x="40" y="19"/>
                    <a:pt x="40" y="13"/>
                  </a:cubicBezTo>
                  <a:cubicBezTo>
                    <a:pt x="40" y="6"/>
                    <a:pt x="34" y="0"/>
                    <a:pt x="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2906586" y="1684197"/>
              <a:ext cx="21863" cy="14758"/>
            </a:xfrm>
            <a:custGeom>
              <a:avLst/>
              <a:gdLst/>
              <a:ahLst/>
              <a:cxnLst/>
              <a:rect l="l" t="t" r="r" b="b"/>
              <a:pathLst>
                <a:path w="40" h="27" extrusionOk="0">
                  <a:moveTo>
                    <a:pt x="12" y="0"/>
                  </a:moveTo>
                  <a:cubicBezTo>
                    <a:pt x="6" y="0"/>
                    <a:pt x="1" y="6"/>
                    <a:pt x="1" y="13"/>
                  </a:cubicBezTo>
                  <a:cubicBezTo>
                    <a:pt x="1" y="21"/>
                    <a:pt x="6" y="26"/>
                    <a:pt x="12" y="26"/>
                  </a:cubicBezTo>
                  <a:lnTo>
                    <a:pt x="28" y="26"/>
                  </a:lnTo>
                  <a:cubicBezTo>
                    <a:pt x="34" y="26"/>
                    <a:pt x="40" y="21"/>
                    <a:pt x="40" y="13"/>
                  </a:cubicBezTo>
                  <a:cubicBezTo>
                    <a:pt x="40" y="6"/>
                    <a:pt x="34" y="0"/>
                    <a:pt x="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2906586" y="1711525"/>
              <a:ext cx="21863" cy="14211"/>
            </a:xfrm>
            <a:custGeom>
              <a:avLst/>
              <a:gdLst/>
              <a:ahLst/>
              <a:cxnLst/>
              <a:rect l="l" t="t" r="r" b="b"/>
              <a:pathLst>
                <a:path w="40" h="26" extrusionOk="0">
                  <a:moveTo>
                    <a:pt x="12" y="1"/>
                  </a:moveTo>
                  <a:cubicBezTo>
                    <a:pt x="6" y="1"/>
                    <a:pt x="1" y="5"/>
                    <a:pt x="1" y="12"/>
                  </a:cubicBezTo>
                  <a:cubicBezTo>
                    <a:pt x="1" y="20"/>
                    <a:pt x="6" y="25"/>
                    <a:pt x="12" y="25"/>
                  </a:cubicBezTo>
                  <a:lnTo>
                    <a:pt x="28" y="25"/>
                  </a:lnTo>
                  <a:cubicBezTo>
                    <a:pt x="34" y="25"/>
                    <a:pt x="40" y="20"/>
                    <a:pt x="40" y="12"/>
                  </a:cubicBezTo>
                  <a:cubicBezTo>
                    <a:pt x="40" y="5"/>
                    <a:pt x="34" y="1"/>
                    <a:pt x="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2819134" y="1723550"/>
              <a:ext cx="13664" cy="14211"/>
            </a:xfrm>
            <a:custGeom>
              <a:avLst/>
              <a:gdLst/>
              <a:ahLst/>
              <a:cxnLst/>
              <a:rect l="l" t="t" r="r" b="b"/>
              <a:pathLst>
                <a:path w="25" h="26" extrusionOk="0">
                  <a:moveTo>
                    <a:pt x="12" y="1"/>
                  </a:moveTo>
                  <a:cubicBezTo>
                    <a:pt x="9" y="1"/>
                    <a:pt x="6" y="2"/>
                    <a:pt x="3" y="5"/>
                  </a:cubicBezTo>
                  <a:cubicBezTo>
                    <a:pt x="2" y="6"/>
                    <a:pt x="0" y="9"/>
                    <a:pt x="0" y="14"/>
                  </a:cubicBezTo>
                  <a:cubicBezTo>
                    <a:pt x="0" y="16"/>
                    <a:pt x="2" y="19"/>
                    <a:pt x="3" y="22"/>
                  </a:cubicBezTo>
                  <a:cubicBezTo>
                    <a:pt x="6" y="24"/>
                    <a:pt x="9" y="25"/>
                    <a:pt x="12" y="25"/>
                  </a:cubicBezTo>
                  <a:cubicBezTo>
                    <a:pt x="15" y="25"/>
                    <a:pt x="19" y="24"/>
                    <a:pt x="20" y="22"/>
                  </a:cubicBezTo>
                  <a:cubicBezTo>
                    <a:pt x="23" y="19"/>
                    <a:pt x="25" y="16"/>
                    <a:pt x="25" y="14"/>
                  </a:cubicBezTo>
                  <a:cubicBezTo>
                    <a:pt x="25" y="9"/>
                    <a:pt x="23" y="6"/>
                    <a:pt x="20" y="5"/>
                  </a:cubicBezTo>
                  <a:cubicBezTo>
                    <a:pt x="19" y="2"/>
                    <a:pt x="15" y="1"/>
                    <a:pt x="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2609796" y="1469939"/>
              <a:ext cx="345435" cy="345982"/>
            </a:xfrm>
            <a:custGeom>
              <a:avLst/>
              <a:gdLst/>
              <a:ahLst/>
              <a:cxnLst/>
              <a:rect l="l" t="t" r="r" b="b"/>
              <a:pathLst>
                <a:path w="632" h="633" extrusionOk="0">
                  <a:moveTo>
                    <a:pt x="266" y="25"/>
                  </a:moveTo>
                  <a:cubicBezTo>
                    <a:pt x="314" y="25"/>
                    <a:pt x="353" y="64"/>
                    <a:pt x="353" y="112"/>
                  </a:cubicBezTo>
                  <a:lnTo>
                    <a:pt x="353" y="125"/>
                  </a:lnTo>
                  <a:cubicBezTo>
                    <a:pt x="338" y="121"/>
                    <a:pt x="327" y="106"/>
                    <a:pt x="327" y="90"/>
                  </a:cubicBezTo>
                  <a:cubicBezTo>
                    <a:pt x="327" y="86"/>
                    <a:pt x="325" y="82"/>
                    <a:pt x="323" y="80"/>
                  </a:cubicBezTo>
                  <a:cubicBezTo>
                    <a:pt x="320" y="77"/>
                    <a:pt x="315" y="77"/>
                    <a:pt x="312" y="77"/>
                  </a:cubicBezTo>
                  <a:cubicBezTo>
                    <a:pt x="297" y="82"/>
                    <a:pt x="282" y="84"/>
                    <a:pt x="266" y="84"/>
                  </a:cubicBezTo>
                  <a:cubicBezTo>
                    <a:pt x="251" y="84"/>
                    <a:pt x="236" y="82"/>
                    <a:pt x="221" y="77"/>
                  </a:cubicBezTo>
                  <a:cubicBezTo>
                    <a:pt x="217" y="77"/>
                    <a:pt x="214" y="77"/>
                    <a:pt x="211" y="80"/>
                  </a:cubicBezTo>
                  <a:cubicBezTo>
                    <a:pt x="207" y="82"/>
                    <a:pt x="206" y="86"/>
                    <a:pt x="206" y="90"/>
                  </a:cubicBezTo>
                  <a:cubicBezTo>
                    <a:pt x="206" y="106"/>
                    <a:pt x="195" y="121"/>
                    <a:pt x="180" y="125"/>
                  </a:cubicBezTo>
                  <a:lnTo>
                    <a:pt x="180" y="112"/>
                  </a:lnTo>
                  <a:cubicBezTo>
                    <a:pt x="181" y="64"/>
                    <a:pt x="219" y="25"/>
                    <a:pt x="266" y="25"/>
                  </a:cubicBezTo>
                  <a:close/>
                  <a:moveTo>
                    <a:pt x="305" y="105"/>
                  </a:moveTo>
                  <a:cubicBezTo>
                    <a:pt x="307" y="115"/>
                    <a:pt x="312" y="124"/>
                    <a:pt x="320" y="132"/>
                  </a:cubicBezTo>
                  <a:lnTo>
                    <a:pt x="214" y="132"/>
                  </a:lnTo>
                  <a:cubicBezTo>
                    <a:pt x="221" y="124"/>
                    <a:pt x="226" y="115"/>
                    <a:pt x="229" y="105"/>
                  </a:cubicBezTo>
                  <a:cubicBezTo>
                    <a:pt x="241" y="107"/>
                    <a:pt x="254" y="108"/>
                    <a:pt x="266" y="108"/>
                  </a:cubicBezTo>
                  <a:cubicBezTo>
                    <a:pt x="279" y="108"/>
                    <a:pt x="292" y="107"/>
                    <a:pt x="305" y="105"/>
                  </a:cubicBezTo>
                  <a:close/>
                  <a:moveTo>
                    <a:pt x="399" y="157"/>
                  </a:moveTo>
                  <a:cubicBezTo>
                    <a:pt x="403" y="157"/>
                    <a:pt x="408" y="160"/>
                    <a:pt x="408" y="164"/>
                  </a:cubicBezTo>
                  <a:lnTo>
                    <a:pt x="408" y="196"/>
                  </a:lnTo>
                  <a:cubicBezTo>
                    <a:pt x="408" y="200"/>
                    <a:pt x="403" y="203"/>
                    <a:pt x="399" y="203"/>
                  </a:cubicBezTo>
                  <a:lnTo>
                    <a:pt x="377" y="203"/>
                  </a:lnTo>
                  <a:lnTo>
                    <a:pt x="377" y="157"/>
                  </a:lnTo>
                  <a:close/>
                  <a:moveTo>
                    <a:pt x="402" y="228"/>
                  </a:moveTo>
                  <a:lnTo>
                    <a:pt x="402" y="239"/>
                  </a:lnTo>
                  <a:cubicBezTo>
                    <a:pt x="402" y="249"/>
                    <a:pt x="395" y="258"/>
                    <a:pt x="385" y="258"/>
                  </a:cubicBezTo>
                  <a:lnTo>
                    <a:pt x="370" y="258"/>
                  </a:lnTo>
                  <a:cubicBezTo>
                    <a:pt x="375" y="248"/>
                    <a:pt x="376" y="239"/>
                    <a:pt x="377" y="228"/>
                  </a:cubicBezTo>
                  <a:close/>
                  <a:moveTo>
                    <a:pt x="353" y="157"/>
                  </a:moveTo>
                  <a:lnTo>
                    <a:pt x="353" y="218"/>
                  </a:lnTo>
                  <a:cubicBezTo>
                    <a:pt x="353" y="232"/>
                    <a:pt x="350" y="246"/>
                    <a:pt x="343" y="258"/>
                  </a:cubicBezTo>
                  <a:lnTo>
                    <a:pt x="273" y="258"/>
                  </a:lnTo>
                  <a:cubicBezTo>
                    <a:pt x="266" y="258"/>
                    <a:pt x="260" y="264"/>
                    <a:pt x="260" y="270"/>
                  </a:cubicBezTo>
                  <a:cubicBezTo>
                    <a:pt x="260" y="277"/>
                    <a:pt x="266" y="283"/>
                    <a:pt x="273" y="283"/>
                  </a:cubicBezTo>
                  <a:lnTo>
                    <a:pt x="324" y="283"/>
                  </a:lnTo>
                  <a:cubicBezTo>
                    <a:pt x="310" y="296"/>
                    <a:pt x="289" y="304"/>
                    <a:pt x="266" y="304"/>
                  </a:cubicBezTo>
                  <a:cubicBezTo>
                    <a:pt x="219" y="304"/>
                    <a:pt x="181" y="265"/>
                    <a:pt x="181" y="218"/>
                  </a:cubicBezTo>
                  <a:lnTo>
                    <a:pt x="181" y="157"/>
                  </a:lnTo>
                  <a:close/>
                  <a:moveTo>
                    <a:pt x="529" y="322"/>
                  </a:moveTo>
                  <a:cubicBezTo>
                    <a:pt x="538" y="322"/>
                    <a:pt x="545" y="329"/>
                    <a:pt x="545" y="337"/>
                  </a:cubicBezTo>
                  <a:cubicBezTo>
                    <a:pt x="545" y="345"/>
                    <a:pt x="538" y="352"/>
                    <a:pt x="529" y="352"/>
                  </a:cubicBezTo>
                  <a:lnTo>
                    <a:pt x="486" y="352"/>
                  </a:lnTo>
                  <a:cubicBezTo>
                    <a:pt x="477" y="352"/>
                    <a:pt x="470" y="345"/>
                    <a:pt x="470" y="337"/>
                  </a:cubicBezTo>
                  <a:cubicBezTo>
                    <a:pt x="470" y="329"/>
                    <a:pt x="477" y="322"/>
                    <a:pt x="486" y="322"/>
                  </a:cubicBezTo>
                  <a:close/>
                  <a:moveTo>
                    <a:pt x="297" y="324"/>
                  </a:moveTo>
                  <a:lnTo>
                    <a:pt x="297" y="332"/>
                  </a:lnTo>
                  <a:cubicBezTo>
                    <a:pt x="297" y="353"/>
                    <a:pt x="312" y="371"/>
                    <a:pt x="333" y="374"/>
                  </a:cubicBezTo>
                  <a:lnTo>
                    <a:pt x="333" y="405"/>
                  </a:lnTo>
                  <a:cubicBezTo>
                    <a:pt x="333" y="441"/>
                    <a:pt x="304" y="472"/>
                    <a:pt x="266" y="472"/>
                  </a:cubicBezTo>
                  <a:cubicBezTo>
                    <a:pt x="230" y="472"/>
                    <a:pt x="200" y="441"/>
                    <a:pt x="200" y="405"/>
                  </a:cubicBezTo>
                  <a:lnTo>
                    <a:pt x="200" y="374"/>
                  </a:lnTo>
                  <a:cubicBezTo>
                    <a:pt x="221" y="371"/>
                    <a:pt x="237" y="353"/>
                    <a:pt x="237" y="332"/>
                  </a:cubicBezTo>
                  <a:lnTo>
                    <a:pt x="237" y="324"/>
                  </a:lnTo>
                  <a:cubicBezTo>
                    <a:pt x="247" y="327"/>
                    <a:pt x="256" y="329"/>
                    <a:pt x="266" y="329"/>
                  </a:cubicBezTo>
                  <a:cubicBezTo>
                    <a:pt x="276" y="329"/>
                    <a:pt x="286" y="327"/>
                    <a:pt x="297" y="324"/>
                  </a:cubicBezTo>
                  <a:close/>
                  <a:moveTo>
                    <a:pt x="266" y="1"/>
                  </a:moveTo>
                  <a:cubicBezTo>
                    <a:pt x="206" y="1"/>
                    <a:pt x="155" y="50"/>
                    <a:pt x="155" y="112"/>
                  </a:cubicBezTo>
                  <a:lnTo>
                    <a:pt x="155" y="218"/>
                  </a:lnTo>
                  <a:cubicBezTo>
                    <a:pt x="155" y="259"/>
                    <a:pt x="178" y="296"/>
                    <a:pt x="213" y="314"/>
                  </a:cubicBezTo>
                  <a:lnTo>
                    <a:pt x="213" y="332"/>
                  </a:lnTo>
                  <a:cubicBezTo>
                    <a:pt x="213" y="340"/>
                    <a:pt x="206" y="349"/>
                    <a:pt x="197" y="349"/>
                  </a:cubicBezTo>
                  <a:lnTo>
                    <a:pt x="115" y="349"/>
                  </a:lnTo>
                  <a:cubicBezTo>
                    <a:pt x="51" y="349"/>
                    <a:pt x="0" y="400"/>
                    <a:pt x="0" y="462"/>
                  </a:cubicBezTo>
                  <a:cubicBezTo>
                    <a:pt x="0" y="483"/>
                    <a:pt x="6" y="505"/>
                    <a:pt x="18" y="522"/>
                  </a:cubicBezTo>
                  <a:cubicBezTo>
                    <a:pt x="12" y="537"/>
                    <a:pt x="10" y="551"/>
                    <a:pt x="10" y="567"/>
                  </a:cubicBezTo>
                  <a:cubicBezTo>
                    <a:pt x="10" y="587"/>
                    <a:pt x="15" y="608"/>
                    <a:pt x="25" y="626"/>
                  </a:cubicBezTo>
                  <a:cubicBezTo>
                    <a:pt x="28" y="631"/>
                    <a:pt x="32" y="632"/>
                    <a:pt x="37" y="632"/>
                  </a:cubicBezTo>
                  <a:cubicBezTo>
                    <a:pt x="38" y="632"/>
                    <a:pt x="41" y="632"/>
                    <a:pt x="42" y="631"/>
                  </a:cubicBezTo>
                  <a:cubicBezTo>
                    <a:pt x="48" y="628"/>
                    <a:pt x="50" y="621"/>
                    <a:pt x="47" y="615"/>
                  </a:cubicBezTo>
                  <a:cubicBezTo>
                    <a:pt x="39" y="599"/>
                    <a:pt x="35" y="583"/>
                    <a:pt x="35" y="567"/>
                  </a:cubicBezTo>
                  <a:cubicBezTo>
                    <a:pt x="35" y="553"/>
                    <a:pt x="38" y="540"/>
                    <a:pt x="42" y="527"/>
                  </a:cubicBezTo>
                  <a:cubicBezTo>
                    <a:pt x="45" y="522"/>
                    <a:pt x="44" y="518"/>
                    <a:pt x="42" y="514"/>
                  </a:cubicBezTo>
                  <a:cubicBezTo>
                    <a:pt x="31" y="499"/>
                    <a:pt x="25" y="480"/>
                    <a:pt x="25" y="462"/>
                  </a:cubicBezTo>
                  <a:cubicBezTo>
                    <a:pt x="25" y="413"/>
                    <a:pt x="65" y="374"/>
                    <a:pt x="115" y="374"/>
                  </a:cubicBezTo>
                  <a:lnTo>
                    <a:pt x="126" y="374"/>
                  </a:lnTo>
                  <a:lnTo>
                    <a:pt x="126" y="441"/>
                  </a:lnTo>
                  <a:cubicBezTo>
                    <a:pt x="126" y="465"/>
                    <a:pt x="120" y="488"/>
                    <a:pt x="110" y="509"/>
                  </a:cubicBezTo>
                  <a:cubicBezTo>
                    <a:pt x="110" y="511"/>
                    <a:pt x="109" y="514"/>
                    <a:pt x="109" y="515"/>
                  </a:cubicBezTo>
                  <a:lnTo>
                    <a:pt x="109" y="621"/>
                  </a:lnTo>
                  <a:cubicBezTo>
                    <a:pt x="109" y="626"/>
                    <a:pt x="115" y="632"/>
                    <a:pt x="122" y="632"/>
                  </a:cubicBezTo>
                  <a:cubicBezTo>
                    <a:pt x="129" y="632"/>
                    <a:pt x="135" y="626"/>
                    <a:pt x="135" y="621"/>
                  </a:cubicBezTo>
                  <a:lnTo>
                    <a:pt x="135" y="518"/>
                  </a:lnTo>
                  <a:cubicBezTo>
                    <a:pt x="145" y="493"/>
                    <a:pt x="151" y="467"/>
                    <a:pt x="151" y="441"/>
                  </a:cubicBezTo>
                  <a:lnTo>
                    <a:pt x="151" y="374"/>
                  </a:lnTo>
                  <a:lnTo>
                    <a:pt x="175" y="374"/>
                  </a:lnTo>
                  <a:lnTo>
                    <a:pt x="175" y="405"/>
                  </a:lnTo>
                  <a:cubicBezTo>
                    <a:pt x="175" y="454"/>
                    <a:pt x="217" y="496"/>
                    <a:pt x="266" y="496"/>
                  </a:cubicBezTo>
                  <a:cubicBezTo>
                    <a:pt x="317" y="496"/>
                    <a:pt x="359" y="454"/>
                    <a:pt x="359" y="405"/>
                  </a:cubicBezTo>
                  <a:lnTo>
                    <a:pt x="359" y="374"/>
                  </a:lnTo>
                  <a:lnTo>
                    <a:pt x="383" y="374"/>
                  </a:lnTo>
                  <a:lnTo>
                    <a:pt x="383" y="428"/>
                  </a:lnTo>
                  <a:cubicBezTo>
                    <a:pt x="383" y="436"/>
                    <a:pt x="389" y="441"/>
                    <a:pt x="395" y="441"/>
                  </a:cubicBezTo>
                  <a:cubicBezTo>
                    <a:pt x="402" y="441"/>
                    <a:pt x="408" y="436"/>
                    <a:pt x="408" y="428"/>
                  </a:cubicBezTo>
                  <a:lnTo>
                    <a:pt x="408" y="363"/>
                  </a:lnTo>
                  <a:cubicBezTo>
                    <a:pt x="408" y="353"/>
                    <a:pt x="415" y="346"/>
                    <a:pt x="425" y="346"/>
                  </a:cubicBezTo>
                  <a:lnTo>
                    <a:pt x="447" y="346"/>
                  </a:lnTo>
                  <a:cubicBezTo>
                    <a:pt x="451" y="363"/>
                    <a:pt x="467" y="376"/>
                    <a:pt x="486" y="376"/>
                  </a:cubicBezTo>
                  <a:lnTo>
                    <a:pt x="529" y="376"/>
                  </a:lnTo>
                  <a:cubicBezTo>
                    <a:pt x="548" y="376"/>
                    <a:pt x="564" y="363"/>
                    <a:pt x="568" y="346"/>
                  </a:cubicBezTo>
                  <a:lnTo>
                    <a:pt x="590" y="346"/>
                  </a:lnTo>
                  <a:cubicBezTo>
                    <a:pt x="600" y="346"/>
                    <a:pt x="607" y="353"/>
                    <a:pt x="607" y="363"/>
                  </a:cubicBezTo>
                  <a:lnTo>
                    <a:pt x="607" y="590"/>
                  </a:lnTo>
                  <a:cubicBezTo>
                    <a:pt x="607" y="600"/>
                    <a:pt x="600" y="608"/>
                    <a:pt x="590" y="608"/>
                  </a:cubicBezTo>
                  <a:lnTo>
                    <a:pt x="425" y="608"/>
                  </a:lnTo>
                  <a:cubicBezTo>
                    <a:pt x="415" y="608"/>
                    <a:pt x="408" y="600"/>
                    <a:pt x="408" y="590"/>
                  </a:cubicBezTo>
                  <a:lnTo>
                    <a:pt x="408" y="532"/>
                  </a:lnTo>
                  <a:cubicBezTo>
                    <a:pt x="408" y="525"/>
                    <a:pt x="402" y="519"/>
                    <a:pt x="395" y="519"/>
                  </a:cubicBezTo>
                  <a:cubicBezTo>
                    <a:pt x="389" y="519"/>
                    <a:pt x="383" y="525"/>
                    <a:pt x="383" y="532"/>
                  </a:cubicBezTo>
                  <a:lnTo>
                    <a:pt x="383" y="590"/>
                  </a:lnTo>
                  <a:cubicBezTo>
                    <a:pt x="383" y="613"/>
                    <a:pt x="402" y="632"/>
                    <a:pt x="425" y="632"/>
                  </a:cubicBezTo>
                  <a:lnTo>
                    <a:pt x="590" y="632"/>
                  </a:lnTo>
                  <a:cubicBezTo>
                    <a:pt x="613" y="632"/>
                    <a:pt x="632" y="613"/>
                    <a:pt x="632" y="590"/>
                  </a:cubicBezTo>
                  <a:lnTo>
                    <a:pt x="632" y="363"/>
                  </a:lnTo>
                  <a:cubicBezTo>
                    <a:pt x="632" y="340"/>
                    <a:pt x="613" y="322"/>
                    <a:pt x="590" y="322"/>
                  </a:cubicBezTo>
                  <a:lnTo>
                    <a:pt x="565" y="322"/>
                  </a:lnTo>
                  <a:cubicBezTo>
                    <a:pt x="559" y="307"/>
                    <a:pt x="546" y="297"/>
                    <a:pt x="529" y="297"/>
                  </a:cubicBezTo>
                  <a:lnTo>
                    <a:pt x="486" y="297"/>
                  </a:lnTo>
                  <a:cubicBezTo>
                    <a:pt x="468" y="297"/>
                    <a:pt x="455" y="307"/>
                    <a:pt x="448" y="322"/>
                  </a:cubicBezTo>
                  <a:lnTo>
                    <a:pt x="425" y="322"/>
                  </a:lnTo>
                  <a:cubicBezTo>
                    <a:pt x="406" y="322"/>
                    <a:pt x="392" y="333"/>
                    <a:pt x="386" y="349"/>
                  </a:cubicBezTo>
                  <a:lnTo>
                    <a:pt x="337" y="349"/>
                  </a:lnTo>
                  <a:cubicBezTo>
                    <a:pt x="328" y="349"/>
                    <a:pt x="321" y="340"/>
                    <a:pt x="321" y="332"/>
                  </a:cubicBezTo>
                  <a:lnTo>
                    <a:pt x="321" y="314"/>
                  </a:lnTo>
                  <a:cubicBezTo>
                    <a:pt x="336" y="307"/>
                    <a:pt x="347" y="296"/>
                    <a:pt x="357" y="283"/>
                  </a:cubicBezTo>
                  <a:lnTo>
                    <a:pt x="385" y="283"/>
                  </a:lnTo>
                  <a:cubicBezTo>
                    <a:pt x="408" y="283"/>
                    <a:pt x="427" y="262"/>
                    <a:pt x="427" y="239"/>
                  </a:cubicBezTo>
                  <a:lnTo>
                    <a:pt x="427" y="213"/>
                  </a:lnTo>
                  <a:cubicBezTo>
                    <a:pt x="431" y="207"/>
                    <a:pt x="432" y="202"/>
                    <a:pt x="432" y="196"/>
                  </a:cubicBezTo>
                  <a:lnTo>
                    <a:pt x="432" y="164"/>
                  </a:lnTo>
                  <a:cubicBezTo>
                    <a:pt x="432" y="147"/>
                    <a:pt x="418" y="132"/>
                    <a:pt x="399" y="132"/>
                  </a:cubicBezTo>
                  <a:lnTo>
                    <a:pt x="377" y="132"/>
                  </a:lnTo>
                  <a:lnTo>
                    <a:pt x="377" y="112"/>
                  </a:lnTo>
                  <a:cubicBezTo>
                    <a:pt x="377" y="50"/>
                    <a:pt x="328" y="1"/>
                    <a:pt x="2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9" name="Google Shape;379;p34"/>
          <p:cNvGrpSpPr/>
          <p:nvPr/>
        </p:nvGrpSpPr>
        <p:grpSpPr>
          <a:xfrm>
            <a:off x="4377280" y="1752675"/>
            <a:ext cx="389444" cy="329085"/>
            <a:chOff x="1895969" y="1496721"/>
            <a:chExt cx="345435" cy="291871"/>
          </a:xfrm>
        </p:grpSpPr>
        <p:sp>
          <p:nvSpPr>
            <p:cNvPr id="380" name="Google Shape;380;p34"/>
            <p:cNvSpPr/>
            <p:nvPr/>
          </p:nvSpPr>
          <p:spPr>
            <a:xfrm>
              <a:off x="1895969" y="1496721"/>
              <a:ext cx="338330" cy="127899"/>
            </a:xfrm>
            <a:custGeom>
              <a:avLst/>
              <a:gdLst/>
              <a:ahLst/>
              <a:cxnLst/>
              <a:rect l="l" t="t" r="r" b="b"/>
              <a:pathLst>
                <a:path w="619" h="234" extrusionOk="0">
                  <a:moveTo>
                    <a:pt x="266" y="77"/>
                  </a:moveTo>
                  <a:lnTo>
                    <a:pt x="266" y="157"/>
                  </a:lnTo>
                  <a:lnTo>
                    <a:pt x="219" y="157"/>
                  </a:lnTo>
                  <a:lnTo>
                    <a:pt x="219" y="77"/>
                  </a:lnTo>
                  <a:close/>
                  <a:moveTo>
                    <a:pt x="340" y="77"/>
                  </a:moveTo>
                  <a:lnTo>
                    <a:pt x="340" y="157"/>
                  </a:lnTo>
                  <a:lnTo>
                    <a:pt x="291" y="157"/>
                  </a:lnTo>
                  <a:lnTo>
                    <a:pt x="291" y="77"/>
                  </a:lnTo>
                  <a:close/>
                  <a:moveTo>
                    <a:pt x="414" y="77"/>
                  </a:moveTo>
                  <a:lnTo>
                    <a:pt x="414" y="157"/>
                  </a:lnTo>
                  <a:lnTo>
                    <a:pt x="365" y="157"/>
                  </a:lnTo>
                  <a:lnTo>
                    <a:pt x="365" y="77"/>
                  </a:lnTo>
                  <a:close/>
                  <a:moveTo>
                    <a:pt x="116" y="25"/>
                  </a:moveTo>
                  <a:cubicBezTo>
                    <a:pt x="148" y="25"/>
                    <a:pt x="177" y="41"/>
                    <a:pt x="193" y="69"/>
                  </a:cubicBezTo>
                  <a:lnTo>
                    <a:pt x="193" y="166"/>
                  </a:lnTo>
                  <a:cubicBezTo>
                    <a:pt x="177" y="192"/>
                    <a:pt x="148" y="208"/>
                    <a:pt x="116" y="208"/>
                  </a:cubicBezTo>
                  <a:cubicBezTo>
                    <a:pt x="66" y="208"/>
                    <a:pt x="25" y="167"/>
                    <a:pt x="25" y="117"/>
                  </a:cubicBezTo>
                  <a:cubicBezTo>
                    <a:pt x="25" y="66"/>
                    <a:pt x="66" y="25"/>
                    <a:pt x="116" y="25"/>
                  </a:cubicBezTo>
                  <a:close/>
                  <a:moveTo>
                    <a:pt x="116" y="1"/>
                  </a:moveTo>
                  <a:cubicBezTo>
                    <a:pt x="53" y="1"/>
                    <a:pt x="1" y="53"/>
                    <a:pt x="1" y="117"/>
                  </a:cubicBezTo>
                  <a:cubicBezTo>
                    <a:pt x="1" y="182"/>
                    <a:pt x="53" y="234"/>
                    <a:pt x="116" y="234"/>
                  </a:cubicBezTo>
                  <a:cubicBezTo>
                    <a:pt x="155" y="234"/>
                    <a:pt x="191" y="213"/>
                    <a:pt x="213" y="182"/>
                  </a:cubicBezTo>
                  <a:lnTo>
                    <a:pt x="419" y="182"/>
                  </a:lnTo>
                  <a:cubicBezTo>
                    <a:pt x="441" y="213"/>
                    <a:pt x="477" y="234"/>
                    <a:pt x="516" y="234"/>
                  </a:cubicBezTo>
                  <a:cubicBezTo>
                    <a:pt x="557" y="234"/>
                    <a:pt x="594" y="212"/>
                    <a:pt x="616" y="177"/>
                  </a:cubicBezTo>
                  <a:cubicBezTo>
                    <a:pt x="619" y="171"/>
                    <a:pt x="617" y="163"/>
                    <a:pt x="612" y="160"/>
                  </a:cubicBezTo>
                  <a:cubicBezTo>
                    <a:pt x="610" y="159"/>
                    <a:pt x="607" y="158"/>
                    <a:pt x="605" y="158"/>
                  </a:cubicBezTo>
                  <a:cubicBezTo>
                    <a:pt x="601" y="158"/>
                    <a:pt x="596" y="160"/>
                    <a:pt x="594" y="164"/>
                  </a:cubicBezTo>
                  <a:cubicBezTo>
                    <a:pt x="577" y="192"/>
                    <a:pt x="548" y="209"/>
                    <a:pt x="516" y="209"/>
                  </a:cubicBezTo>
                  <a:cubicBezTo>
                    <a:pt x="484" y="209"/>
                    <a:pt x="456" y="192"/>
                    <a:pt x="438" y="166"/>
                  </a:cubicBezTo>
                  <a:lnTo>
                    <a:pt x="438" y="69"/>
                  </a:lnTo>
                  <a:cubicBezTo>
                    <a:pt x="456" y="41"/>
                    <a:pt x="484" y="25"/>
                    <a:pt x="516" y="25"/>
                  </a:cubicBezTo>
                  <a:cubicBezTo>
                    <a:pt x="548" y="25"/>
                    <a:pt x="577" y="41"/>
                    <a:pt x="594" y="70"/>
                  </a:cubicBezTo>
                  <a:cubicBezTo>
                    <a:pt x="596" y="74"/>
                    <a:pt x="601" y="76"/>
                    <a:pt x="605" y="76"/>
                  </a:cubicBezTo>
                  <a:cubicBezTo>
                    <a:pt x="607" y="76"/>
                    <a:pt x="610" y="76"/>
                    <a:pt x="612" y="75"/>
                  </a:cubicBezTo>
                  <a:cubicBezTo>
                    <a:pt x="617" y="70"/>
                    <a:pt x="619" y="63"/>
                    <a:pt x="616" y="57"/>
                  </a:cubicBezTo>
                  <a:cubicBezTo>
                    <a:pt x="594" y="21"/>
                    <a:pt x="557" y="1"/>
                    <a:pt x="516" y="1"/>
                  </a:cubicBezTo>
                  <a:cubicBezTo>
                    <a:pt x="477" y="1"/>
                    <a:pt x="441" y="21"/>
                    <a:pt x="419" y="53"/>
                  </a:cubicBezTo>
                  <a:lnTo>
                    <a:pt x="213" y="53"/>
                  </a:lnTo>
                  <a:cubicBezTo>
                    <a:pt x="191" y="21"/>
                    <a:pt x="155" y="1"/>
                    <a:pt x="1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1895969" y="1661240"/>
              <a:ext cx="345435" cy="127352"/>
            </a:xfrm>
            <a:custGeom>
              <a:avLst/>
              <a:gdLst/>
              <a:ahLst/>
              <a:cxnLst/>
              <a:rect l="l" t="t" r="r" b="b"/>
              <a:pathLst>
                <a:path w="632" h="233" extrusionOk="0">
                  <a:moveTo>
                    <a:pt x="266" y="77"/>
                  </a:moveTo>
                  <a:lnTo>
                    <a:pt x="266" y="156"/>
                  </a:lnTo>
                  <a:lnTo>
                    <a:pt x="219" y="156"/>
                  </a:lnTo>
                  <a:lnTo>
                    <a:pt x="219" y="77"/>
                  </a:lnTo>
                  <a:close/>
                  <a:moveTo>
                    <a:pt x="340" y="77"/>
                  </a:moveTo>
                  <a:lnTo>
                    <a:pt x="340" y="156"/>
                  </a:lnTo>
                  <a:lnTo>
                    <a:pt x="291" y="156"/>
                  </a:lnTo>
                  <a:lnTo>
                    <a:pt x="291" y="77"/>
                  </a:lnTo>
                  <a:close/>
                  <a:moveTo>
                    <a:pt x="414" y="77"/>
                  </a:moveTo>
                  <a:lnTo>
                    <a:pt x="414" y="156"/>
                  </a:lnTo>
                  <a:lnTo>
                    <a:pt x="365" y="156"/>
                  </a:lnTo>
                  <a:lnTo>
                    <a:pt x="365" y="77"/>
                  </a:lnTo>
                  <a:close/>
                  <a:moveTo>
                    <a:pt x="116" y="26"/>
                  </a:moveTo>
                  <a:cubicBezTo>
                    <a:pt x="148" y="26"/>
                    <a:pt x="177" y="42"/>
                    <a:pt x="193" y="68"/>
                  </a:cubicBezTo>
                  <a:lnTo>
                    <a:pt x="193" y="165"/>
                  </a:lnTo>
                  <a:cubicBezTo>
                    <a:pt x="177" y="193"/>
                    <a:pt x="148" y="208"/>
                    <a:pt x="116" y="208"/>
                  </a:cubicBezTo>
                  <a:cubicBezTo>
                    <a:pt x="66" y="208"/>
                    <a:pt x="25" y="168"/>
                    <a:pt x="25" y="117"/>
                  </a:cubicBezTo>
                  <a:cubicBezTo>
                    <a:pt x="25" y="67"/>
                    <a:pt x="66" y="26"/>
                    <a:pt x="116" y="26"/>
                  </a:cubicBezTo>
                  <a:close/>
                  <a:moveTo>
                    <a:pt x="516" y="26"/>
                  </a:moveTo>
                  <a:cubicBezTo>
                    <a:pt x="567" y="26"/>
                    <a:pt x="607" y="67"/>
                    <a:pt x="607" y="117"/>
                  </a:cubicBezTo>
                  <a:cubicBezTo>
                    <a:pt x="607" y="168"/>
                    <a:pt x="567" y="208"/>
                    <a:pt x="516" y="208"/>
                  </a:cubicBezTo>
                  <a:cubicBezTo>
                    <a:pt x="484" y="208"/>
                    <a:pt x="456" y="193"/>
                    <a:pt x="438" y="165"/>
                  </a:cubicBezTo>
                  <a:lnTo>
                    <a:pt x="438" y="68"/>
                  </a:lnTo>
                  <a:cubicBezTo>
                    <a:pt x="456" y="42"/>
                    <a:pt x="484" y="26"/>
                    <a:pt x="516" y="26"/>
                  </a:cubicBezTo>
                  <a:close/>
                  <a:moveTo>
                    <a:pt x="116" y="0"/>
                  </a:moveTo>
                  <a:cubicBezTo>
                    <a:pt x="53" y="0"/>
                    <a:pt x="1" y="52"/>
                    <a:pt x="1" y="117"/>
                  </a:cubicBezTo>
                  <a:cubicBezTo>
                    <a:pt x="1" y="181"/>
                    <a:pt x="53" y="233"/>
                    <a:pt x="116" y="233"/>
                  </a:cubicBezTo>
                  <a:cubicBezTo>
                    <a:pt x="155" y="233"/>
                    <a:pt x="191" y="213"/>
                    <a:pt x="213" y="181"/>
                  </a:cubicBezTo>
                  <a:lnTo>
                    <a:pt x="419" y="181"/>
                  </a:lnTo>
                  <a:cubicBezTo>
                    <a:pt x="441" y="213"/>
                    <a:pt x="477" y="233"/>
                    <a:pt x="516" y="233"/>
                  </a:cubicBezTo>
                  <a:cubicBezTo>
                    <a:pt x="580" y="233"/>
                    <a:pt x="632" y="181"/>
                    <a:pt x="632" y="117"/>
                  </a:cubicBezTo>
                  <a:cubicBezTo>
                    <a:pt x="632" y="52"/>
                    <a:pt x="580" y="0"/>
                    <a:pt x="516" y="0"/>
                  </a:cubicBezTo>
                  <a:cubicBezTo>
                    <a:pt x="477" y="0"/>
                    <a:pt x="441" y="21"/>
                    <a:pt x="419" y="52"/>
                  </a:cubicBezTo>
                  <a:lnTo>
                    <a:pt x="213" y="52"/>
                  </a:lnTo>
                  <a:cubicBezTo>
                    <a:pt x="191" y="21"/>
                    <a:pt x="155" y="0"/>
                    <a:pt x="1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2227740" y="1553565"/>
              <a:ext cx="13664" cy="14211"/>
            </a:xfrm>
            <a:custGeom>
              <a:avLst/>
              <a:gdLst/>
              <a:ahLst/>
              <a:cxnLst/>
              <a:rect l="l" t="t" r="r" b="b"/>
              <a:pathLst>
                <a:path w="25" h="26" extrusionOk="0">
                  <a:moveTo>
                    <a:pt x="12" y="1"/>
                  </a:moveTo>
                  <a:cubicBezTo>
                    <a:pt x="9" y="1"/>
                    <a:pt x="6" y="2"/>
                    <a:pt x="3" y="4"/>
                  </a:cubicBezTo>
                  <a:cubicBezTo>
                    <a:pt x="2" y="7"/>
                    <a:pt x="0" y="10"/>
                    <a:pt x="0" y="13"/>
                  </a:cubicBezTo>
                  <a:cubicBezTo>
                    <a:pt x="0" y="17"/>
                    <a:pt x="2" y="20"/>
                    <a:pt x="3" y="21"/>
                  </a:cubicBezTo>
                  <a:cubicBezTo>
                    <a:pt x="6" y="24"/>
                    <a:pt x="9" y="26"/>
                    <a:pt x="12" y="26"/>
                  </a:cubicBezTo>
                  <a:cubicBezTo>
                    <a:pt x="16" y="26"/>
                    <a:pt x="19" y="24"/>
                    <a:pt x="22" y="21"/>
                  </a:cubicBezTo>
                  <a:cubicBezTo>
                    <a:pt x="23" y="20"/>
                    <a:pt x="25" y="15"/>
                    <a:pt x="25" y="13"/>
                  </a:cubicBezTo>
                  <a:cubicBezTo>
                    <a:pt x="25" y="10"/>
                    <a:pt x="23" y="7"/>
                    <a:pt x="22" y="4"/>
                  </a:cubicBezTo>
                  <a:cubicBezTo>
                    <a:pt x="19" y="2"/>
                    <a:pt x="16" y="1"/>
                    <a:pt x="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b="0"/>
              <a:t>Layered Architecture</a:t>
            </a:r>
            <a:endParaRPr lang="en-US"/>
          </a:p>
        </p:txBody>
      </p:sp>
      <p:sp>
        <p:nvSpPr>
          <p:cNvPr id="392" name="Google Shape;392;p35"/>
          <p:cNvSpPr txBox="1">
            <a:spLocks noGrp="1"/>
          </p:cNvSpPr>
          <p:nvPr>
            <p:ph type="subTitle" idx="1"/>
          </p:nvPr>
        </p:nvSpPr>
        <p:spPr>
          <a:xfrm>
            <a:off x="2107489" y="1183494"/>
            <a:ext cx="4683915" cy="11986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 b="0"/>
              <a:t>Top Layer (Presentation): Go Templates + HTMX (Server-Side Rendering for SPA feel).</a:t>
            </a:r>
            <a:endParaRPr lang="en-US"/>
          </a:p>
        </p:txBody>
      </p:sp>
      <p:sp>
        <p:nvSpPr>
          <p:cNvPr id="393" name="Google Shape;393;p35"/>
          <p:cNvSpPr txBox="1">
            <a:spLocks noGrp="1"/>
          </p:cNvSpPr>
          <p:nvPr>
            <p:ph type="subTitle" idx="6"/>
          </p:nvPr>
        </p:nvSpPr>
        <p:spPr>
          <a:xfrm>
            <a:off x="2107489" y="2374306"/>
            <a:ext cx="4683914" cy="12565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 b="0"/>
              <a:t>Middle Layer (Business Logic): Service-based architecture isolating rules from the database.</a:t>
            </a:r>
            <a:endParaRPr lang="en-US"/>
          </a:p>
        </p:txBody>
      </p:sp>
      <p:grpSp>
        <p:nvGrpSpPr>
          <p:cNvPr id="396" name="Google Shape;396;p35"/>
          <p:cNvGrpSpPr/>
          <p:nvPr/>
        </p:nvGrpSpPr>
        <p:grpSpPr>
          <a:xfrm rot="-485327">
            <a:off x="8014943" y="151328"/>
            <a:ext cx="827907" cy="710613"/>
            <a:chOff x="3122700" y="481200"/>
            <a:chExt cx="827950" cy="710650"/>
          </a:xfrm>
        </p:grpSpPr>
        <p:sp>
          <p:nvSpPr>
            <p:cNvPr id="397" name="Google Shape;397;p35"/>
            <p:cNvSpPr/>
            <p:nvPr/>
          </p:nvSpPr>
          <p:spPr>
            <a:xfrm>
              <a:off x="3122700" y="481200"/>
              <a:ext cx="804300" cy="690700"/>
            </a:xfrm>
            <a:custGeom>
              <a:avLst/>
              <a:gdLst/>
              <a:ahLst/>
              <a:cxnLst/>
              <a:rect l="l" t="t" r="r" b="b"/>
              <a:pathLst>
                <a:path w="32172" h="27628" extrusionOk="0">
                  <a:moveTo>
                    <a:pt x="1065" y="7579"/>
                  </a:moveTo>
                  <a:lnTo>
                    <a:pt x="26841" y="27627"/>
                  </a:lnTo>
                  <a:lnTo>
                    <a:pt x="27048" y="27359"/>
                  </a:lnTo>
                  <a:cubicBezTo>
                    <a:pt x="28138" y="27380"/>
                    <a:pt x="29553" y="26559"/>
                    <a:pt x="30639" y="25163"/>
                  </a:cubicBezTo>
                  <a:cubicBezTo>
                    <a:pt x="31724" y="23768"/>
                    <a:pt x="32171" y="22194"/>
                    <a:pt x="31882" y="21143"/>
                  </a:cubicBezTo>
                  <a:lnTo>
                    <a:pt x="32092" y="20875"/>
                  </a:lnTo>
                  <a:lnTo>
                    <a:pt x="6317" y="828"/>
                  </a:lnTo>
                  <a:cubicBezTo>
                    <a:pt x="5253" y="0"/>
                    <a:pt x="3214" y="840"/>
                    <a:pt x="1764" y="2705"/>
                  </a:cubicBezTo>
                  <a:cubicBezTo>
                    <a:pt x="314" y="4569"/>
                    <a:pt x="1" y="6751"/>
                    <a:pt x="1065" y="75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5"/>
            <p:cNvSpPr/>
            <p:nvPr/>
          </p:nvSpPr>
          <p:spPr>
            <a:xfrm>
              <a:off x="3766125" y="981625"/>
              <a:ext cx="184525" cy="210225"/>
            </a:xfrm>
            <a:custGeom>
              <a:avLst/>
              <a:gdLst/>
              <a:ahLst/>
              <a:cxnLst/>
              <a:rect l="l" t="t" r="r" b="b"/>
              <a:pathLst>
                <a:path w="7381" h="8409" extrusionOk="0">
                  <a:moveTo>
                    <a:pt x="1764" y="2705"/>
                  </a:moveTo>
                  <a:cubicBezTo>
                    <a:pt x="3214" y="842"/>
                    <a:pt x="5251" y="0"/>
                    <a:pt x="6317" y="828"/>
                  </a:cubicBezTo>
                  <a:cubicBezTo>
                    <a:pt x="7381" y="1656"/>
                    <a:pt x="7068" y="3839"/>
                    <a:pt x="5617" y="5704"/>
                  </a:cubicBezTo>
                  <a:cubicBezTo>
                    <a:pt x="4167" y="7567"/>
                    <a:pt x="2128" y="8408"/>
                    <a:pt x="1064" y="7581"/>
                  </a:cubicBezTo>
                  <a:cubicBezTo>
                    <a:pt x="0" y="6753"/>
                    <a:pt x="314" y="4570"/>
                    <a:pt x="1764" y="27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Subtitle 6">
            <a:extLst>
              <a:ext uri="{FF2B5EF4-FFF2-40B4-BE49-F238E27FC236}">
                <a16:creationId xmlns:a16="http://schemas.microsoft.com/office/drawing/2014/main" id="{D331B867-AF09-F043-9E42-E335128DEC99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2106631" y="3633053"/>
            <a:ext cx="4683915" cy="125655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0"/>
              <a:t>Bottom Layer (Data): MSSQL/PostgreSQL via GORM </a:t>
            </a:r>
            <a:r>
              <a:rPr lang="en-US" b="0" dirty="0"/>
              <a:t>(Object-Relational Mapping).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7"/>
          <p:cNvSpPr txBox="1">
            <a:spLocks noGrp="1"/>
          </p:cNvSpPr>
          <p:nvPr>
            <p:ph type="title"/>
          </p:nvPr>
        </p:nvSpPr>
        <p:spPr>
          <a:xfrm>
            <a:off x="1650975" y="1573338"/>
            <a:ext cx="58422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 lang="en-US"/>
          </a:p>
        </p:txBody>
      </p:sp>
      <p:grpSp>
        <p:nvGrpSpPr>
          <p:cNvPr id="445" name="Google Shape;445;p37"/>
          <p:cNvGrpSpPr/>
          <p:nvPr/>
        </p:nvGrpSpPr>
        <p:grpSpPr>
          <a:xfrm rot="10800000" flipH="1">
            <a:off x="4616125" y="-76050"/>
            <a:ext cx="4323250" cy="2122250"/>
            <a:chOff x="4482575" y="2774525"/>
            <a:chExt cx="4323250" cy="2122250"/>
          </a:xfrm>
        </p:grpSpPr>
        <p:sp>
          <p:nvSpPr>
            <p:cNvPr id="446" name="Google Shape;446;p37"/>
            <p:cNvSpPr/>
            <p:nvPr/>
          </p:nvSpPr>
          <p:spPr>
            <a:xfrm>
              <a:off x="4482575" y="3839500"/>
              <a:ext cx="898975" cy="653350"/>
            </a:xfrm>
            <a:custGeom>
              <a:avLst/>
              <a:gdLst/>
              <a:ahLst/>
              <a:cxnLst/>
              <a:rect l="l" t="t" r="r" b="b"/>
              <a:pathLst>
                <a:path w="35959" h="26134" extrusionOk="0">
                  <a:moveTo>
                    <a:pt x="17148" y="18042"/>
                  </a:moveTo>
                  <a:cubicBezTo>
                    <a:pt x="19515" y="18994"/>
                    <a:pt x="20697" y="21045"/>
                    <a:pt x="22640" y="22340"/>
                  </a:cubicBezTo>
                  <a:cubicBezTo>
                    <a:pt x="22641" y="22340"/>
                    <a:pt x="30350" y="26134"/>
                    <a:pt x="30350" y="26134"/>
                  </a:cubicBezTo>
                  <a:lnTo>
                    <a:pt x="35959" y="14737"/>
                  </a:lnTo>
                  <a:lnTo>
                    <a:pt x="28249" y="10942"/>
                  </a:lnTo>
                  <a:cubicBezTo>
                    <a:pt x="26038" y="10193"/>
                    <a:pt x="23689" y="10508"/>
                    <a:pt x="21494" y="9214"/>
                  </a:cubicBezTo>
                  <a:cubicBezTo>
                    <a:pt x="19127" y="8262"/>
                    <a:pt x="17945" y="6211"/>
                    <a:pt x="16001" y="4916"/>
                  </a:cubicBezTo>
                  <a:cubicBezTo>
                    <a:pt x="16001" y="4916"/>
                    <a:pt x="7227" y="598"/>
                    <a:pt x="7227" y="598"/>
                  </a:cubicBezTo>
                  <a:cubicBezTo>
                    <a:pt x="5368" y="0"/>
                    <a:pt x="1" y="10884"/>
                    <a:pt x="1619" y="11996"/>
                  </a:cubicBezTo>
                  <a:cubicBezTo>
                    <a:pt x="1619" y="11996"/>
                    <a:pt x="10393" y="16314"/>
                    <a:pt x="10393" y="16314"/>
                  </a:cubicBezTo>
                  <a:cubicBezTo>
                    <a:pt x="12604" y="17063"/>
                    <a:pt x="14952" y="16748"/>
                    <a:pt x="17148" y="180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7"/>
            <p:cNvSpPr/>
            <p:nvPr/>
          </p:nvSpPr>
          <p:spPr>
            <a:xfrm>
              <a:off x="4563700" y="3879275"/>
              <a:ext cx="234575" cy="326600"/>
            </a:xfrm>
            <a:custGeom>
              <a:avLst/>
              <a:gdLst/>
              <a:ahLst/>
              <a:cxnLst/>
              <a:rect l="l" t="t" r="r" b="b"/>
              <a:pathLst>
                <a:path w="9383" h="13064" extrusionOk="0">
                  <a:moveTo>
                    <a:pt x="3775" y="13063"/>
                  </a:moveTo>
                  <a:cubicBezTo>
                    <a:pt x="2161" y="11952"/>
                    <a:pt x="7518" y="1064"/>
                    <a:pt x="9383" y="1666"/>
                  </a:cubicBezTo>
                  <a:lnTo>
                    <a:pt x="7223" y="602"/>
                  </a:lnTo>
                  <a:cubicBezTo>
                    <a:pt x="5358" y="1"/>
                    <a:pt x="0" y="10889"/>
                    <a:pt x="1614" y="11999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7"/>
            <p:cNvSpPr/>
            <p:nvPr/>
          </p:nvSpPr>
          <p:spPr>
            <a:xfrm>
              <a:off x="5065000" y="4125950"/>
              <a:ext cx="234600" cy="326575"/>
            </a:xfrm>
            <a:custGeom>
              <a:avLst/>
              <a:gdLst/>
              <a:ahLst/>
              <a:cxnLst/>
              <a:rect l="l" t="t" r="r" b="b"/>
              <a:pathLst>
                <a:path w="9384" h="13063" extrusionOk="0">
                  <a:moveTo>
                    <a:pt x="3776" y="13062"/>
                  </a:moveTo>
                  <a:cubicBezTo>
                    <a:pt x="2161" y="11951"/>
                    <a:pt x="7520" y="1064"/>
                    <a:pt x="9383" y="1665"/>
                  </a:cubicBezTo>
                  <a:lnTo>
                    <a:pt x="7223" y="602"/>
                  </a:lnTo>
                  <a:cubicBezTo>
                    <a:pt x="5358" y="0"/>
                    <a:pt x="0" y="10890"/>
                    <a:pt x="1614" y="1200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7"/>
            <p:cNvSpPr/>
            <p:nvPr/>
          </p:nvSpPr>
          <p:spPr>
            <a:xfrm>
              <a:off x="5200975" y="4192850"/>
              <a:ext cx="220925" cy="315025"/>
            </a:xfrm>
            <a:custGeom>
              <a:avLst/>
              <a:gdLst/>
              <a:ahLst/>
              <a:cxnLst/>
              <a:rect l="l" t="t" r="r" b="b"/>
              <a:pathLst>
                <a:path w="8837" h="12601" extrusionOk="0">
                  <a:moveTo>
                    <a:pt x="1614" y="12000"/>
                  </a:moveTo>
                  <a:cubicBezTo>
                    <a:pt x="0" y="10889"/>
                    <a:pt x="5358" y="0"/>
                    <a:pt x="7223" y="603"/>
                  </a:cubicBezTo>
                  <a:cubicBezTo>
                    <a:pt x="8836" y="1714"/>
                    <a:pt x="3478" y="12601"/>
                    <a:pt x="1614" y="1200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7"/>
            <p:cNvSpPr/>
            <p:nvPr/>
          </p:nvSpPr>
          <p:spPr>
            <a:xfrm>
              <a:off x="8057700" y="2774525"/>
              <a:ext cx="748125" cy="870450"/>
            </a:xfrm>
            <a:custGeom>
              <a:avLst/>
              <a:gdLst/>
              <a:ahLst/>
              <a:cxnLst/>
              <a:rect l="l" t="t" r="r" b="b"/>
              <a:pathLst>
                <a:path w="29925" h="34818" extrusionOk="0">
                  <a:moveTo>
                    <a:pt x="10174" y="15721"/>
                  </a:moveTo>
                  <a:cubicBezTo>
                    <a:pt x="8842" y="17896"/>
                    <a:pt x="6623" y="18720"/>
                    <a:pt x="5022" y="20421"/>
                  </a:cubicBezTo>
                  <a:cubicBezTo>
                    <a:pt x="5023" y="20421"/>
                    <a:pt x="0" y="27393"/>
                    <a:pt x="0" y="27393"/>
                  </a:cubicBezTo>
                  <a:lnTo>
                    <a:pt x="10305" y="34818"/>
                  </a:lnTo>
                  <a:lnTo>
                    <a:pt x="15328" y="27846"/>
                  </a:lnTo>
                  <a:cubicBezTo>
                    <a:pt x="16435" y="25793"/>
                    <a:pt x="16516" y="23423"/>
                    <a:pt x="18157" y="21473"/>
                  </a:cubicBezTo>
                  <a:cubicBezTo>
                    <a:pt x="19488" y="19297"/>
                    <a:pt x="21708" y="18473"/>
                    <a:pt x="23308" y="16772"/>
                  </a:cubicBezTo>
                  <a:cubicBezTo>
                    <a:pt x="23308" y="16772"/>
                    <a:pt x="29025" y="8838"/>
                    <a:pt x="29025" y="8838"/>
                  </a:cubicBezTo>
                  <a:cubicBezTo>
                    <a:pt x="29924" y="7104"/>
                    <a:pt x="20085" y="0"/>
                    <a:pt x="18719" y="1413"/>
                  </a:cubicBezTo>
                  <a:cubicBezTo>
                    <a:pt x="18719" y="1413"/>
                    <a:pt x="13002" y="9347"/>
                    <a:pt x="13002" y="9347"/>
                  </a:cubicBezTo>
                  <a:cubicBezTo>
                    <a:pt x="11894" y="11402"/>
                    <a:pt x="11815" y="13770"/>
                    <a:pt x="10174" y="157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7"/>
            <p:cNvSpPr/>
            <p:nvPr/>
          </p:nvSpPr>
          <p:spPr>
            <a:xfrm>
              <a:off x="8437675" y="2847875"/>
              <a:ext cx="315450" cy="269700"/>
            </a:xfrm>
            <a:custGeom>
              <a:avLst/>
              <a:gdLst/>
              <a:ahLst/>
              <a:cxnLst/>
              <a:rect l="l" t="t" r="r" b="b"/>
              <a:pathLst>
                <a:path w="12618" h="10788" extrusionOk="0">
                  <a:moveTo>
                    <a:pt x="1" y="3363"/>
                  </a:moveTo>
                  <a:cubicBezTo>
                    <a:pt x="1365" y="1956"/>
                    <a:pt x="11209" y="9050"/>
                    <a:pt x="10306" y="10787"/>
                  </a:cubicBezTo>
                  <a:lnTo>
                    <a:pt x="11714" y="8834"/>
                  </a:lnTo>
                  <a:cubicBezTo>
                    <a:pt x="12617" y="7096"/>
                    <a:pt x="2772" y="0"/>
                    <a:pt x="1409" y="1409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7"/>
            <p:cNvSpPr/>
            <p:nvPr/>
          </p:nvSpPr>
          <p:spPr>
            <a:xfrm>
              <a:off x="8111050" y="3301175"/>
              <a:ext cx="315475" cy="269700"/>
            </a:xfrm>
            <a:custGeom>
              <a:avLst/>
              <a:gdLst/>
              <a:ahLst/>
              <a:cxnLst/>
              <a:rect l="l" t="t" r="r" b="b"/>
              <a:pathLst>
                <a:path w="12619" h="10788" extrusionOk="0">
                  <a:moveTo>
                    <a:pt x="1" y="3363"/>
                  </a:moveTo>
                  <a:cubicBezTo>
                    <a:pt x="1366" y="1956"/>
                    <a:pt x="11211" y="9050"/>
                    <a:pt x="10307" y="10788"/>
                  </a:cubicBezTo>
                  <a:lnTo>
                    <a:pt x="11714" y="8834"/>
                  </a:lnTo>
                  <a:cubicBezTo>
                    <a:pt x="12619" y="7095"/>
                    <a:pt x="2772" y="1"/>
                    <a:pt x="1409" y="1409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7"/>
            <p:cNvSpPr/>
            <p:nvPr/>
          </p:nvSpPr>
          <p:spPr>
            <a:xfrm>
              <a:off x="8035100" y="3424150"/>
              <a:ext cx="302825" cy="256000"/>
            </a:xfrm>
            <a:custGeom>
              <a:avLst/>
              <a:gdLst/>
              <a:ahLst/>
              <a:cxnLst/>
              <a:rect l="l" t="t" r="r" b="b"/>
              <a:pathLst>
                <a:path w="12113" h="10240" extrusionOk="0">
                  <a:moveTo>
                    <a:pt x="904" y="1408"/>
                  </a:moveTo>
                  <a:cubicBezTo>
                    <a:pt x="2268" y="1"/>
                    <a:pt x="12113" y="7095"/>
                    <a:pt x="11209" y="8833"/>
                  </a:cubicBezTo>
                  <a:cubicBezTo>
                    <a:pt x="9846" y="10240"/>
                    <a:pt x="1" y="3147"/>
                    <a:pt x="904" y="140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7"/>
            <p:cNvSpPr/>
            <p:nvPr/>
          </p:nvSpPr>
          <p:spPr>
            <a:xfrm>
              <a:off x="5311425" y="3261825"/>
              <a:ext cx="2871500" cy="1634950"/>
            </a:xfrm>
            <a:custGeom>
              <a:avLst/>
              <a:gdLst/>
              <a:ahLst/>
              <a:cxnLst/>
              <a:rect l="l" t="t" r="r" b="b"/>
              <a:pathLst>
                <a:path w="114860" h="65398" fill="none" extrusionOk="0">
                  <a:moveTo>
                    <a:pt x="0" y="43541"/>
                  </a:moveTo>
                  <a:cubicBezTo>
                    <a:pt x="44419" y="65398"/>
                    <a:pt x="87709" y="60163"/>
                    <a:pt x="98412" y="38409"/>
                  </a:cubicBezTo>
                  <a:cubicBezTo>
                    <a:pt x="109117" y="16654"/>
                    <a:pt x="68059" y="0"/>
                    <a:pt x="56980" y="16450"/>
                  </a:cubicBezTo>
                  <a:cubicBezTo>
                    <a:pt x="43833" y="35972"/>
                    <a:pt x="92518" y="47665"/>
                    <a:pt x="114859" y="11109"/>
                  </a:cubicBezTo>
                </a:path>
              </a:pathLst>
            </a:custGeom>
            <a:noFill/>
            <a:ln w="2002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5" name="Google Shape;455;p37"/>
          <p:cNvGrpSpPr/>
          <p:nvPr/>
        </p:nvGrpSpPr>
        <p:grpSpPr>
          <a:xfrm flipH="1">
            <a:off x="402250" y="3635250"/>
            <a:ext cx="1551350" cy="1342825"/>
            <a:chOff x="305350" y="253700"/>
            <a:chExt cx="1551350" cy="1342825"/>
          </a:xfrm>
        </p:grpSpPr>
        <p:sp>
          <p:nvSpPr>
            <p:cNvPr id="456" name="Google Shape;456;p37"/>
            <p:cNvSpPr/>
            <p:nvPr/>
          </p:nvSpPr>
          <p:spPr>
            <a:xfrm>
              <a:off x="305350" y="743175"/>
              <a:ext cx="721625" cy="853350"/>
            </a:xfrm>
            <a:custGeom>
              <a:avLst/>
              <a:gdLst/>
              <a:ahLst/>
              <a:cxnLst/>
              <a:rect l="l" t="t" r="r" b="b"/>
              <a:pathLst>
                <a:path w="28865" h="34134" extrusionOk="0">
                  <a:moveTo>
                    <a:pt x="22788" y="30913"/>
                  </a:moveTo>
                  <a:lnTo>
                    <a:pt x="24099" y="30157"/>
                  </a:lnTo>
                  <a:lnTo>
                    <a:pt x="24028" y="30034"/>
                  </a:lnTo>
                  <a:cubicBezTo>
                    <a:pt x="28463" y="26270"/>
                    <a:pt x="28864" y="18121"/>
                    <a:pt x="24708" y="10924"/>
                  </a:cubicBezTo>
                  <a:cubicBezTo>
                    <a:pt x="20554" y="3727"/>
                    <a:pt x="13296" y="1"/>
                    <a:pt x="7820" y="1960"/>
                  </a:cubicBezTo>
                  <a:lnTo>
                    <a:pt x="7753" y="1845"/>
                  </a:lnTo>
                  <a:lnTo>
                    <a:pt x="6698" y="2456"/>
                  </a:lnTo>
                  <a:cubicBezTo>
                    <a:pt x="6611" y="2501"/>
                    <a:pt x="6523" y="2545"/>
                    <a:pt x="6437" y="2593"/>
                  </a:cubicBezTo>
                  <a:cubicBezTo>
                    <a:pt x="862" y="5814"/>
                    <a:pt x="0" y="14763"/>
                    <a:pt x="4516" y="22584"/>
                  </a:cubicBezTo>
                  <a:cubicBezTo>
                    <a:pt x="9031" y="30403"/>
                    <a:pt x="17212" y="34133"/>
                    <a:pt x="22788" y="309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7"/>
            <p:cNvSpPr/>
            <p:nvPr/>
          </p:nvSpPr>
          <p:spPr>
            <a:xfrm>
              <a:off x="346775" y="703625"/>
              <a:ext cx="730600" cy="868975"/>
            </a:xfrm>
            <a:custGeom>
              <a:avLst/>
              <a:gdLst/>
              <a:ahLst/>
              <a:cxnLst/>
              <a:rect l="l" t="t" r="r" b="b"/>
              <a:pathLst>
                <a:path w="29224" h="34759" extrusionOk="0">
                  <a:moveTo>
                    <a:pt x="4515" y="23208"/>
                  </a:moveTo>
                  <a:cubicBezTo>
                    <a:pt x="0" y="15388"/>
                    <a:pt x="860" y="6438"/>
                    <a:pt x="6437" y="3219"/>
                  </a:cubicBezTo>
                  <a:cubicBezTo>
                    <a:pt x="12013" y="0"/>
                    <a:pt x="20193" y="3730"/>
                    <a:pt x="24708" y="11550"/>
                  </a:cubicBezTo>
                  <a:cubicBezTo>
                    <a:pt x="29223" y="19371"/>
                    <a:pt x="28363" y="28320"/>
                    <a:pt x="22787" y="31539"/>
                  </a:cubicBezTo>
                  <a:cubicBezTo>
                    <a:pt x="17212" y="34758"/>
                    <a:pt x="9030" y="31029"/>
                    <a:pt x="4515" y="232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7"/>
            <p:cNvSpPr/>
            <p:nvPr/>
          </p:nvSpPr>
          <p:spPr>
            <a:xfrm>
              <a:off x="580850" y="1000550"/>
              <a:ext cx="250425" cy="275000"/>
            </a:xfrm>
            <a:custGeom>
              <a:avLst/>
              <a:gdLst/>
              <a:ahLst/>
              <a:cxnLst/>
              <a:rect l="l" t="t" r="r" b="b"/>
              <a:pathLst>
                <a:path w="10017" h="11000" extrusionOk="0">
                  <a:moveTo>
                    <a:pt x="3911" y="1"/>
                  </a:moveTo>
                  <a:cubicBezTo>
                    <a:pt x="3345" y="1"/>
                    <a:pt x="2801" y="134"/>
                    <a:pt x="2313" y="416"/>
                  </a:cubicBezTo>
                  <a:cubicBezTo>
                    <a:pt x="310" y="1573"/>
                    <a:pt x="1" y="4787"/>
                    <a:pt x="1623" y="7594"/>
                  </a:cubicBezTo>
                  <a:cubicBezTo>
                    <a:pt x="2402" y="8943"/>
                    <a:pt x="3530" y="10015"/>
                    <a:pt x="4761" y="10576"/>
                  </a:cubicBezTo>
                  <a:cubicBezTo>
                    <a:pt x="5379" y="10858"/>
                    <a:pt x="5998" y="10999"/>
                    <a:pt x="6583" y="10999"/>
                  </a:cubicBezTo>
                  <a:cubicBezTo>
                    <a:pt x="7161" y="10999"/>
                    <a:pt x="7706" y="10862"/>
                    <a:pt x="8183" y="10586"/>
                  </a:cubicBezTo>
                  <a:cubicBezTo>
                    <a:pt x="9146" y="10031"/>
                    <a:pt x="9758" y="8963"/>
                    <a:pt x="9887" y="7617"/>
                  </a:cubicBezTo>
                  <a:cubicBezTo>
                    <a:pt x="10017" y="6271"/>
                    <a:pt x="9652" y="4757"/>
                    <a:pt x="8873" y="3408"/>
                  </a:cubicBezTo>
                  <a:cubicBezTo>
                    <a:pt x="7648" y="1284"/>
                    <a:pt x="5669" y="1"/>
                    <a:pt x="39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7"/>
            <p:cNvSpPr/>
            <p:nvPr/>
          </p:nvSpPr>
          <p:spPr>
            <a:xfrm>
              <a:off x="648250" y="1062175"/>
              <a:ext cx="127675" cy="151850"/>
            </a:xfrm>
            <a:custGeom>
              <a:avLst/>
              <a:gdLst/>
              <a:ahLst/>
              <a:cxnLst/>
              <a:rect l="l" t="t" r="r" b="b"/>
              <a:pathLst>
                <a:path w="5107" h="6074" extrusionOk="0">
                  <a:moveTo>
                    <a:pt x="789" y="4055"/>
                  </a:moveTo>
                  <a:cubicBezTo>
                    <a:pt x="0" y="2689"/>
                    <a:pt x="150" y="1125"/>
                    <a:pt x="1125" y="564"/>
                  </a:cubicBezTo>
                  <a:cubicBezTo>
                    <a:pt x="2098" y="1"/>
                    <a:pt x="3528" y="653"/>
                    <a:pt x="4317" y="2019"/>
                  </a:cubicBezTo>
                  <a:cubicBezTo>
                    <a:pt x="5107" y="3386"/>
                    <a:pt x="4955" y="4949"/>
                    <a:pt x="3982" y="5511"/>
                  </a:cubicBezTo>
                  <a:cubicBezTo>
                    <a:pt x="3007" y="6074"/>
                    <a:pt x="1577" y="5422"/>
                    <a:pt x="789" y="40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7"/>
            <p:cNvSpPr/>
            <p:nvPr/>
          </p:nvSpPr>
          <p:spPr>
            <a:xfrm>
              <a:off x="676350" y="672825"/>
              <a:ext cx="770175" cy="527125"/>
            </a:xfrm>
            <a:custGeom>
              <a:avLst/>
              <a:gdLst/>
              <a:ahLst/>
              <a:cxnLst/>
              <a:rect l="l" t="t" r="r" b="b"/>
              <a:pathLst>
                <a:path w="30807" h="21085" extrusionOk="0">
                  <a:moveTo>
                    <a:pt x="1" y="16138"/>
                  </a:moveTo>
                  <a:lnTo>
                    <a:pt x="27951" y="1"/>
                  </a:lnTo>
                  <a:lnTo>
                    <a:pt x="30806" y="4950"/>
                  </a:lnTo>
                  <a:lnTo>
                    <a:pt x="2858" y="21085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7"/>
            <p:cNvSpPr/>
            <p:nvPr/>
          </p:nvSpPr>
          <p:spPr>
            <a:xfrm>
              <a:off x="1058775" y="326700"/>
              <a:ext cx="712450" cy="834800"/>
            </a:xfrm>
            <a:custGeom>
              <a:avLst/>
              <a:gdLst/>
              <a:ahLst/>
              <a:cxnLst/>
              <a:rect l="l" t="t" r="r" b="b"/>
              <a:pathLst>
                <a:path w="28498" h="33392" extrusionOk="0">
                  <a:moveTo>
                    <a:pt x="22787" y="30173"/>
                  </a:moveTo>
                  <a:lnTo>
                    <a:pt x="25480" y="28619"/>
                  </a:lnTo>
                  <a:lnTo>
                    <a:pt x="25184" y="28106"/>
                  </a:lnTo>
                  <a:cubicBezTo>
                    <a:pt x="28497" y="23988"/>
                    <a:pt x="28469" y="16696"/>
                    <a:pt x="24709" y="10184"/>
                  </a:cubicBezTo>
                  <a:cubicBezTo>
                    <a:pt x="20949" y="3672"/>
                    <a:pt x="14649" y="1"/>
                    <a:pt x="9427" y="812"/>
                  </a:cubicBezTo>
                  <a:lnTo>
                    <a:pt x="9130" y="299"/>
                  </a:lnTo>
                  <a:lnTo>
                    <a:pt x="6437" y="1853"/>
                  </a:lnTo>
                  <a:cubicBezTo>
                    <a:pt x="861" y="5072"/>
                    <a:pt x="1" y="14021"/>
                    <a:pt x="4516" y="21842"/>
                  </a:cubicBezTo>
                  <a:cubicBezTo>
                    <a:pt x="9031" y="29663"/>
                    <a:pt x="17212" y="33392"/>
                    <a:pt x="22787" y="3017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7"/>
            <p:cNvSpPr/>
            <p:nvPr/>
          </p:nvSpPr>
          <p:spPr>
            <a:xfrm>
              <a:off x="1126075" y="253700"/>
              <a:ext cx="730625" cy="868950"/>
            </a:xfrm>
            <a:custGeom>
              <a:avLst/>
              <a:gdLst/>
              <a:ahLst/>
              <a:cxnLst/>
              <a:rect l="l" t="t" r="r" b="b"/>
              <a:pathLst>
                <a:path w="29225" h="34758" extrusionOk="0">
                  <a:moveTo>
                    <a:pt x="4516" y="23208"/>
                  </a:moveTo>
                  <a:cubicBezTo>
                    <a:pt x="1" y="15387"/>
                    <a:pt x="861" y="6438"/>
                    <a:pt x="6438" y="3219"/>
                  </a:cubicBezTo>
                  <a:cubicBezTo>
                    <a:pt x="12014" y="0"/>
                    <a:pt x="20194" y="3729"/>
                    <a:pt x="24709" y="11550"/>
                  </a:cubicBezTo>
                  <a:cubicBezTo>
                    <a:pt x="29224" y="19369"/>
                    <a:pt x="28364" y="28320"/>
                    <a:pt x="22788" y="31539"/>
                  </a:cubicBezTo>
                  <a:cubicBezTo>
                    <a:pt x="17212" y="34758"/>
                    <a:pt x="9031" y="31028"/>
                    <a:pt x="4516" y="232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7"/>
            <p:cNvSpPr/>
            <p:nvPr/>
          </p:nvSpPr>
          <p:spPr>
            <a:xfrm>
              <a:off x="1206025" y="360425"/>
              <a:ext cx="574075" cy="672650"/>
            </a:xfrm>
            <a:custGeom>
              <a:avLst/>
              <a:gdLst/>
              <a:ahLst/>
              <a:cxnLst/>
              <a:rect l="l" t="t" r="r" b="b"/>
              <a:pathLst>
                <a:path w="22963" h="26906" extrusionOk="0">
                  <a:moveTo>
                    <a:pt x="18361" y="24312"/>
                  </a:moveTo>
                  <a:lnTo>
                    <a:pt x="20531" y="23058"/>
                  </a:lnTo>
                  <a:lnTo>
                    <a:pt x="20292" y="22645"/>
                  </a:lnTo>
                  <a:cubicBezTo>
                    <a:pt x="22962" y="19328"/>
                    <a:pt x="22938" y="13453"/>
                    <a:pt x="19910" y="8206"/>
                  </a:cubicBezTo>
                  <a:cubicBezTo>
                    <a:pt x="16880" y="2959"/>
                    <a:pt x="11803" y="0"/>
                    <a:pt x="7595" y="654"/>
                  </a:cubicBezTo>
                  <a:lnTo>
                    <a:pt x="7356" y="241"/>
                  </a:lnTo>
                  <a:lnTo>
                    <a:pt x="5187" y="1493"/>
                  </a:lnTo>
                  <a:cubicBezTo>
                    <a:pt x="694" y="4088"/>
                    <a:pt x="0" y="11298"/>
                    <a:pt x="3639" y="17599"/>
                  </a:cubicBezTo>
                  <a:cubicBezTo>
                    <a:pt x="7277" y="23900"/>
                    <a:pt x="13869" y="26905"/>
                    <a:pt x="18361" y="2431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7"/>
            <p:cNvSpPr/>
            <p:nvPr/>
          </p:nvSpPr>
          <p:spPr>
            <a:xfrm>
              <a:off x="1260275" y="301600"/>
              <a:ext cx="588675" cy="700175"/>
            </a:xfrm>
            <a:custGeom>
              <a:avLst/>
              <a:gdLst/>
              <a:ahLst/>
              <a:cxnLst/>
              <a:rect l="l" t="t" r="r" b="b"/>
              <a:pathLst>
                <a:path w="23547" h="28007" extrusionOk="0">
                  <a:moveTo>
                    <a:pt x="3638" y="18699"/>
                  </a:moveTo>
                  <a:cubicBezTo>
                    <a:pt x="0" y="12398"/>
                    <a:pt x="693" y="5188"/>
                    <a:pt x="5186" y="2594"/>
                  </a:cubicBezTo>
                  <a:cubicBezTo>
                    <a:pt x="9679" y="0"/>
                    <a:pt x="16270" y="3004"/>
                    <a:pt x="19908" y="9306"/>
                  </a:cubicBezTo>
                  <a:cubicBezTo>
                    <a:pt x="23547" y="15607"/>
                    <a:pt x="22853" y="22818"/>
                    <a:pt x="18361" y="25411"/>
                  </a:cubicBezTo>
                  <a:cubicBezTo>
                    <a:pt x="13867" y="28007"/>
                    <a:pt x="7277" y="25001"/>
                    <a:pt x="3638" y="1869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7"/>
            <p:cNvSpPr/>
            <p:nvPr/>
          </p:nvSpPr>
          <p:spPr>
            <a:xfrm>
              <a:off x="1473500" y="589800"/>
              <a:ext cx="124325" cy="147775"/>
            </a:xfrm>
            <a:custGeom>
              <a:avLst/>
              <a:gdLst/>
              <a:ahLst/>
              <a:cxnLst/>
              <a:rect l="l" t="t" r="r" b="b"/>
              <a:pathLst>
                <a:path w="4973" h="5911" extrusionOk="0">
                  <a:moveTo>
                    <a:pt x="3982" y="5347"/>
                  </a:moveTo>
                  <a:lnTo>
                    <a:pt x="4672" y="4949"/>
                  </a:lnTo>
                  <a:lnTo>
                    <a:pt x="4559" y="4752"/>
                  </a:lnTo>
                  <a:cubicBezTo>
                    <a:pt x="4972" y="4011"/>
                    <a:pt x="4909" y="2878"/>
                    <a:pt x="4319" y="1856"/>
                  </a:cubicBezTo>
                  <a:cubicBezTo>
                    <a:pt x="3727" y="832"/>
                    <a:pt x="2778" y="210"/>
                    <a:pt x="1930" y="197"/>
                  </a:cubicBezTo>
                  <a:lnTo>
                    <a:pt x="1815" y="0"/>
                  </a:lnTo>
                  <a:lnTo>
                    <a:pt x="1125" y="400"/>
                  </a:lnTo>
                  <a:cubicBezTo>
                    <a:pt x="150" y="962"/>
                    <a:pt x="1" y="2525"/>
                    <a:pt x="789" y="3892"/>
                  </a:cubicBezTo>
                  <a:cubicBezTo>
                    <a:pt x="1579" y="5258"/>
                    <a:pt x="3008" y="5910"/>
                    <a:pt x="3982" y="53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7"/>
            <p:cNvSpPr/>
            <p:nvPr/>
          </p:nvSpPr>
          <p:spPr>
            <a:xfrm>
              <a:off x="1490750" y="575750"/>
              <a:ext cx="127700" cy="151875"/>
            </a:xfrm>
            <a:custGeom>
              <a:avLst/>
              <a:gdLst/>
              <a:ahLst/>
              <a:cxnLst/>
              <a:rect l="l" t="t" r="r" b="b"/>
              <a:pathLst>
                <a:path w="5108" h="6075" extrusionOk="0">
                  <a:moveTo>
                    <a:pt x="790" y="4055"/>
                  </a:moveTo>
                  <a:cubicBezTo>
                    <a:pt x="1" y="2689"/>
                    <a:pt x="152" y="1125"/>
                    <a:pt x="1125" y="562"/>
                  </a:cubicBezTo>
                  <a:cubicBezTo>
                    <a:pt x="2100" y="1"/>
                    <a:pt x="3530" y="651"/>
                    <a:pt x="4319" y="2018"/>
                  </a:cubicBezTo>
                  <a:cubicBezTo>
                    <a:pt x="5107" y="3384"/>
                    <a:pt x="4957" y="4948"/>
                    <a:pt x="3982" y="5511"/>
                  </a:cubicBezTo>
                  <a:cubicBezTo>
                    <a:pt x="3009" y="6074"/>
                    <a:pt x="1579" y="5422"/>
                    <a:pt x="790" y="40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F0961FF8-FED1-8BDF-C6CE-C4FC378F08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" dirty="0">
                <a:hlinkClick r:id="rId3"/>
              </a:rPr>
              <a:t>https://fitclass-app.onrender.com/</a:t>
            </a:r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47"/>
          <p:cNvSpPr txBox="1">
            <a:spLocks noGrp="1"/>
          </p:cNvSpPr>
          <p:nvPr>
            <p:ph type="ctrTitle"/>
          </p:nvPr>
        </p:nvSpPr>
        <p:spPr>
          <a:xfrm>
            <a:off x="2382250" y="1746967"/>
            <a:ext cx="4379400" cy="105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761" name="Google Shape;761;p47"/>
          <p:cNvSpPr txBox="1"/>
          <p:nvPr/>
        </p:nvSpPr>
        <p:spPr>
          <a:xfrm>
            <a:off x="2382300" y="4336175"/>
            <a:ext cx="4379400" cy="2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Please keep this slide for attribution</a:t>
            </a:r>
            <a:endParaRPr sz="10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774" name="Google Shape;774;p47"/>
          <p:cNvGrpSpPr/>
          <p:nvPr/>
        </p:nvGrpSpPr>
        <p:grpSpPr>
          <a:xfrm flipH="1">
            <a:off x="7171075" y="248475"/>
            <a:ext cx="1551350" cy="1342825"/>
            <a:chOff x="305350" y="253700"/>
            <a:chExt cx="1551350" cy="1342825"/>
          </a:xfrm>
        </p:grpSpPr>
        <p:sp>
          <p:nvSpPr>
            <p:cNvPr id="775" name="Google Shape;775;p47"/>
            <p:cNvSpPr/>
            <p:nvPr/>
          </p:nvSpPr>
          <p:spPr>
            <a:xfrm>
              <a:off x="305350" y="743175"/>
              <a:ext cx="721625" cy="853350"/>
            </a:xfrm>
            <a:custGeom>
              <a:avLst/>
              <a:gdLst/>
              <a:ahLst/>
              <a:cxnLst/>
              <a:rect l="l" t="t" r="r" b="b"/>
              <a:pathLst>
                <a:path w="28865" h="34134" extrusionOk="0">
                  <a:moveTo>
                    <a:pt x="22788" y="30913"/>
                  </a:moveTo>
                  <a:lnTo>
                    <a:pt x="24099" y="30157"/>
                  </a:lnTo>
                  <a:lnTo>
                    <a:pt x="24028" y="30034"/>
                  </a:lnTo>
                  <a:cubicBezTo>
                    <a:pt x="28463" y="26270"/>
                    <a:pt x="28864" y="18121"/>
                    <a:pt x="24708" y="10924"/>
                  </a:cubicBezTo>
                  <a:cubicBezTo>
                    <a:pt x="20554" y="3727"/>
                    <a:pt x="13296" y="1"/>
                    <a:pt x="7820" y="1960"/>
                  </a:cubicBezTo>
                  <a:lnTo>
                    <a:pt x="7753" y="1845"/>
                  </a:lnTo>
                  <a:lnTo>
                    <a:pt x="6698" y="2456"/>
                  </a:lnTo>
                  <a:cubicBezTo>
                    <a:pt x="6611" y="2501"/>
                    <a:pt x="6523" y="2545"/>
                    <a:pt x="6437" y="2593"/>
                  </a:cubicBezTo>
                  <a:cubicBezTo>
                    <a:pt x="862" y="5814"/>
                    <a:pt x="0" y="14763"/>
                    <a:pt x="4516" y="22584"/>
                  </a:cubicBezTo>
                  <a:cubicBezTo>
                    <a:pt x="9031" y="30403"/>
                    <a:pt x="17212" y="34133"/>
                    <a:pt x="22788" y="309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47"/>
            <p:cNvSpPr/>
            <p:nvPr/>
          </p:nvSpPr>
          <p:spPr>
            <a:xfrm>
              <a:off x="346775" y="703625"/>
              <a:ext cx="730600" cy="868975"/>
            </a:xfrm>
            <a:custGeom>
              <a:avLst/>
              <a:gdLst/>
              <a:ahLst/>
              <a:cxnLst/>
              <a:rect l="l" t="t" r="r" b="b"/>
              <a:pathLst>
                <a:path w="29224" h="34759" extrusionOk="0">
                  <a:moveTo>
                    <a:pt x="4515" y="23208"/>
                  </a:moveTo>
                  <a:cubicBezTo>
                    <a:pt x="0" y="15388"/>
                    <a:pt x="860" y="6438"/>
                    <a:pt x="6437" y="3219"/>
                  </a:cubicBezTo>
                  <a:cubicBezTo>
                    <a:pt x="12013" y="0"/>
                    <a:pt x="20193" y="3730"/>
                    <a:pt x="24708" y="11550"/>
                  </a:cubicBezTo>
                  <a:cubicBezTo>
                    <a:pt x="29223" y="19371"/>
                    <a:pt x="28363" y="28320"/>
                    <a:pt x="22787" y="31539"/>
                  </a:cubicBezTo>
                  <a:cubicBezTo>
                    <a:pt x="17212" y="34758"/>
                    <a:pt x="9030" y="31029"/>
                    <a:pt x="4515" y="232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47"/>
            <p:cNvSpPr/>
            <p:nvPr/>
          </p:nvSpPr>
          <p:spPr>
            <a:xfrm>
              <a:off x="580850" y="1000550"/>
              <a:ext cx="250425" cy="275000"/>
            </a:xfrm>
            <a:custGeom>
              <a:avLst/>
              <a:gdLst/>
              <a:ahLst/>
              <a:cxnLst/>
              <a:rect l="l" t="t" r="r" b="b"/>
              <a:pathLst>
                <a:path w="10017" h="11000" extrusionOk="0">
                  <a:moveTo>
                    <a:pt x="3911" y="1"/>
                  </a:moveTo>
                  <a:cubicBezTo>
                    <a:pt x="3345" y="1"/>
                    <a:pt x="2801" y="134"/>
                    <a:pt x="2313" y="416"/>
                  </a:cubicBezTo>
                  <a:cubicBezTo>
                    <a:pt x="310" y="1573"/>
                    <a:pt x="1" y="4787"/>
                    <a:pt x="1623" y="7594"/>
                  </a:cubicBezTo>
                  <a:cubicBezTo>
                    <a:pt x="2402" y="8943"/>
                    <a:pt x="3530" y="10015"/>
                    <a:pt x="4761" y="10576"/>
                  </a:cubicBezTo>
                  <a:cubicBezTo>
                    <a:pt x="5379" y="10858"/>
                    <a:pt x="5998" y="10999"/>
                    <a:pt x="6583" y="10999"/>
                  </a:cubicBezTo>
                  <a:cubicBezTo>
                    <a:pt x="7161" y="10999"/>
                    <a:pt x="7706" y="10862"/>
                    <a:pt x="8183" y="10586"/>
                  </a:cubicBezTo>
                  <a:cubicBezTo>
                    <a:pt x="9146" y="10031"/>
                    <a:pt x="9758" y="8963"/>
                    <a:pt x="9887" y="7617"/>
                  </a:cubicBezTo>
                  <a:cubicBezTo>
                    <a:pt x="10017" y="6271"/>
                    <a:pt x="9652" y="4757"/>
                    <a:pt x="8873" y="3408"/>
                  </a:cubicBezTo>
                  <a:cubicBezTo>
                    <a:pt x="7648" y="1284"/>
                    <a:pt x="5669" y="1"/>
                    <a:pt x="39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47"/>
            <p:cNvSpPr/>
            <p:nvPr/>
          </p:nvSpPr>
          <p:spPr>
            <a:xfrm>
              <a:off x="648250" y="1062175"/>
              <a:ext cx="127675" cy="151850"/>
            </a:xfrm>
            <a:custGeom>
              <a:avLst/>
              <a:gdLst/>
              <a:ahLst/>
              <a:cxnLst/>
              <a:rect l="l" t="t" r="r" b="b"/>
              <a:pathLst>
                <a:path w="5107" h="6074" extrusionOk="0">
                  <a:moveTo>
                    <a:pt x="789" y="4055"/>
                  </a:moveTo>
                  <a:cubicBezTo>
                    <a:pt x="0" y="2689"/>
                    <a:pt x="150" y="1125"/>
                    <a:pt x="1125" y="564"/>
                  </a:cubicBezTo>
                  <a:cubicBezTo>
                    <a:pt x="2098" y="1"/>
                    <a:pt x="3528" y="653"/>
                    <a:pt x="4317" y="2019"/>
                  </a:cubicBezTo>
                  <a:cubicBezTo>
                    <a:pt x="5107" y="3386"/>
                    <a:pt x="4955" y="4949"/>
                    <a:pt x="3982" y="5511"/>
                  </a:cubicBezTo>
                  <a:cubicBezTo>
                    <a:pt x="3007" y="6074"/>
                    <a:pt x="1577" y="5422"/>
                    <a:pt x="789" y="40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7"/>
            <p:cNvSpPr/>
            <p:nvPr/>
          </p:nvSpPr>
          <p:spPr>
            <a:xfrm>
              <a:off x="676350" y="672825"/>
              <a:ext cx="770175" cy="527125"/>
            </a:xfrm>
            <a:custGeom>
              <a:avLst/>
              <a:gdLst/>
              <a:ahLst/>
              <a:cxnLst/>
              <a:rect l="l" t="t" r="r" b="b"/>
              <a:pathLst>
                <a:path w="30807" h="21085" extrusionOk="0">
                  <a:moveTo>
                    <a:pt x="1" y="16138"/>
                  </a:moveTo>
                  <a:lnTo>
                    <a:pt x="27951" y="1"/>
                  </a:lnTo>
                  <a:lnTo>
                    <a:pt x="30806" y="4950"/>
                  </a:lnTo>
                  <a:lnTo>
                    <a:pt x="2858" y="21085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7"/>
            <p:cNvSpPr/>
            <p:nvPr/>
          </p:nvSpPr>
          <p:spPr>
            <a:xfrm>
              <a:off x="1058775" y="326700"/>
              <a:ext cx="712450" cy="834800"/>
            </a:xfrm>
            <a:custGeom>
              <a:avLst/>
              <a:gdLst/>
              <a:ahLst/>
              <a:cxnLst/>
              <a:rect l="l" t="t" r="r" b="b"/>
              <a:pathLst>
                <a:path w="28498" h="33392" extrusionOk="0">
                  <a:moveTo>
                    <a:pt x="22787" y="30173"/>
                  </a:moveTo>
                  <a:lnTo>
                    <a:pt x="25480" y="28619"/>
                  </a:lnTo>
                  <a:lnTo>
                    <a:pt x="25184" y="28106"/>
                  </a:lnTo>
                  <a:cubicBezTo>
                    <a:pt x="28497" y="23988"/>
                    <a:pt x="28469" y="16696"/>
                    <a:pt x="24709" y="10184"/>
                  </a:cubicBezTo>
                  <a:cubicBezTo>
                    <a:pt x="20949" y="3672"/>
                    <a:pt x="14649" y="1"/>
                    <a:pt x="9427" y="812"/>
                  </a:cubicBezTo>
                  <a:lnTo>
                    <a:pt x="9130" y="299"/>
                  </a:lnTo>
                  <a:lnTo>
                    <a:pt x="6437" y="1853"/>
                  </a:lnTo>
                  <a:cubicBezTo>
                    <a:pt x="861" y="5072"/>
                    <a:pt x="1" y="14021"/>
                    <a:pt x="4516" y="21842"/>
                  </a:cubicBezTo>
                  <a:cubicBezTo>
                    <a:pt x="9031" y="29663"/>
                    <a:pt x="17212" y="33392"/>
                    <a:pt x="22787" y="3017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7"/>
            <p:cNvSpPr/>
            <p:nvPr/>
          </p:nvSpPr>
          <p:spPr>
            <a:xfrm>
              <a:off x="1126075" y="253700"/>
              <a:ext cx="730625" cy="868950"/>
            </a:xfrm>
            <a:custGeom>
              <a:avLst/>
              <a:gdLst/>
              <a:ahLst/>
              <a:cxnLst/>
              <a:rect l="l" t="t" r="r" b="b"/>
              <a:pathLst>
                <a:path w="29225" h="34758" extrusionOk="0">
                  <a:moveTo>
                    <a:pt x="4516" y="23208"/>
                  </a:moveTo>
                  <a:cubicBezTo>
                    <a:pt x="1" y="15387"/>
                    <a:pt x="861" y="6438"/>
                    <a:pt x="6438" y="3219"/>
                  </a:cubicBezTo>
                  <a:cubicBezTo>
                    <a:pt x="12014" y="0"/>
                    <a:pt x="20194" y="3729"/>
                    <a:pt x="24709" y="11550"/>
                  </a:cubicBezTo>
                  <a:cubicBezTo>
                    <a:pt x="29224" y="19369"/>
                    <a:pt x="28364" y="28320"/>
                    <a:pt x="22788" y="31539"/>
                  </a:cubicBezTo>
                  <a:cubicBezTo>
                    <a:pt x="17212" y="34758"/>
                    <a:pt x="9031" y="31028"/>
                    <a:pt x="4516" y="232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7"/>
            <p:cNvSpPr/>
            <p:nvPr/>
          </p:nvSpPr>
          <p:spPr>
            <a:xfrm>
              <a:off x="1206025" y="360425"/>
              <a:ext cx="574075" cy="672650"/>
            </a:xfrm>
            <a:custGeom>
              <a:avLst/>
              <a:gdLst/>
              <a:ahLst/>
              <a:cxnLst/>
              <a:rect l="l" t="t" r="r" b="b"/>
              <a:pathLst>
                <a:path w="22963" h="26906" extrusionOk="0">
                  <a:moveTo>
                    <a:pt x="18361" y="24312"/>
                  </a:moveTo>
                  <a:lnTo>
                    <a:pt x="20531" y="23058"/>
                  </a:lnTo>
                  <a:lnTo>
                    <a:pt x="20292" y="22645"/>
                  </a:lnTo>
                  <a:cubicBezTo>
                    <a:pt x="22962" y="19328"/>
                    <a:pt x="22938" y="13453"/>
                    <a:pt x="19910" y="8206"/>
                  </a:cubicBezTo>
                  <a:cubicBezTo>
                    <a:pt x="16880" y="2959"/>
                    <a:pt x="11803" y="0"/>
                    <a:pt x="7595" y="654"/>
                  </a:cubicBezTo>
                  <a:lnTo>
                    <a:pt x="7356" y="241"/>
                  </a:lnTo>
                  <a:lnTo>
                    <a:pt x="5187" y="1493"/>
                  </a:lnTo>
                  <a:cubicBezTo>
                    <a:pt x="694" y="4088"/>
                    <a:pt x="0" y="11298"/>
                    <a:pt x="3639" y="17599"/>
                  </a:cubicBezTo>
                  <a:cubicBezTo>
                    <a:pt x="7277" y="23900"/>
                    <a:pt x="13869" y="26905"/>
                    <a:pt x="18361" y="2431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47"/>
            <p:cNvSpPr/>
            <p:nvPr/>
          </p:nvSpPr>
          <p:spPr>
            <a:xfrm>
              <a:off x="1260275" y="301600"/>
              <a:ext cx="588675" cy="700175"/>
            </a:xfrm>
            <a:custGeom>
              <a:avLst/>
              <a:gdLst/>
              <a:ahLst/>
              <a:cxnLst/>
              <a:rect l="l" t="t" r="r" b="b"/>
              <a:pathLst>
                <a:path w="23547" h="28007" extrusionOk="0">
                  <a:moveTo>
                    <a:pt x="3638" y="18699"/>
                  </a:moveTo>
                  <a:cubicBezTo>
                    <a:pt x="0" y="12398"/>
                    <a:pt x="693" y="5188"/>
                    <a:pt x="5186" y="2594"/>
                  </a:cubicBezTo>
                  <a:cubicBezTo>
                    <a:pt x="9679" y="0"/>
                    <a:pt x="16270" y="3004"/>
                    <a:pt x="19908" y="9306"/>
                  </a:cubicBezTo>
                  <a:cubicBezTo>
                    <a:pt x="23547" y="15607"/>
                    <a:pt x="22853" y="22818"/>
                    <a:pt x="18361" y="25411"/>
                  </a:cubicBezTo>
                  <a:cubicBezTo>
                    <a:pt x="13867" y="28007"/>
                    <a:pt x="7277" y="25001"/>
                    <a:pt x="3638" y="1869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7"/>
            <p:cNvSpPr/>
            <p:nvPr/>
          </p:nvSpPr>
          <p:spPr>
            <a:xfrm>
              <a:off x="1473500" y="589800"/>
              <a:ext cx="124325" cy="147775"/>
            </a:xfrm>
            <a:custGeom>
              <a:avLst/>
              <a:gdLst/>
              <a:ahLst/>
              <a:cxnLst/>
              <a:rect l="l" t="t" r="r" b="b"/>
              <a:pathLst>
                <a:path w="4973" h="5911" extrusionOk="0">
                  <a:moveTo>
                    <a:pt x="3982" y="5347"/>
                  </a:moveTo>
                  <a:lnTo>
                    <a:pt x="4672" y="4949"/>
                  </a:lnTo>
                  <a:lnTo>
                    <a:pt x="4559" y="4752"/>
                  </a:lnTo>
                  <a:cubicBezTo>
                    <a:pt x="4972" y="4011"/>
                    <a:pt x="4909" y="2878"/>
                    <a:pt x="4319" y="1856"/>
                  </a:cubicBezTo>
                  <a:cubicBezTo>
                    <a:pt x="3727" y="832"/>
                    <a:pt x="2778" y="210"/>
                    <a:pt x="1930" y="197"/>
                  </a:cubicBezTo>
                  <a:lnTo>
                    <a:pt x="1815" y="0"/>
                  </a:lnTo>
                  <a:lnTo>
                    <a:pt x="1125" y="400"/>
                  </a:lnTo>
                  <a:cubicBezTo>
                    <a:pt x="150" y="962"/>
                    <a:pt x="1" y="2525"/>
                    <a:pt x="789" y="3892"/>
                  </a:cubicBezTo>
                  <a:cubicBezTo>
                    <a:pt x="1579" y="5258"/>
                    <a:pt x="3008" y="5910"/>
                    <a:pt x="3982" y="53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7"/>
            <p:cNvSpPr/>
            <p:nvPr/>
          </p:nvSpPr>
          <p:spPr>
            <a:xfrm>
              <a:off x="1490750" y="575750"/>
              <a:ext cx="127700" cy="151875"/>
            </a:xfrm>
            <a:custGeom>
              <a:avLst/>
              <a:gdLst/>
              <a:ahLst/>
              <a:cxnLst/>
              <a:rect l="l" t="t" r="r" b="b"/>
              <a:pathLst>
                <a:path w="5108" h="6075" extrusionOk="0">
                  <a:moveTo>
                    <a:pt x="790" y="4055"/>
                  </a:moveTo>
                  <a:cubicBezTo>
                    <a:pt x="1" y="2689"/>
                    <a:pt x="152" y="1125"/>
                    <a:pt x="1125" y="562"/>
                  </a:cubicBezTo>
                  <a:cubicBezTo>
                    <a:pt x="2100" y="1"/>
                    <a:pt x="3530" y="651"/>
                    <a:pt x="4319" y="2018"/>
                  </a:cubicBezTo>
                  <a:cubicBezTo>
                    <a:pt x="5107" y="3384"/>
                    <a:pt x="4957" y="4948"/>
                    <a:pt x="3982" y="5511"/>
                  </a:cubicBezTo>
                  <a:cubicBezTo>
                    <a:pt x="3009" y="6074"/>
                    <a:pt x="1579" y="5422"/>
                    <a:pt x="790" y="405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6" name="Google Shape;786;p47"/>
          <p:cNvGrpSpPr/>
          <p:nvPr/>
        </p:nvGrpSpPr>
        <p:grpSpPr>
          <a:xfrm rot="5190866">
            <a:off x="7392539" y="4127376"/>
            <a:ext cx="827991" cy="710685"/>
            <a:chOff x="3122700" y="481200"/>
            <a:chExt cx="827950" cy="710650"/>
          </a:xfrm>
        </p:grpSpPr>
        <p:sp>
          <p:nvSpPr>
            <p:cNvPr id="787" name="Google Shape;787;p47"/>
            <p:cNvSpPr/>
            <p:nvPr/>
          </p:nvSpPr>
          <p:spPr>
            <a:xfrm>
              <a:off x="3122700" y="481200"/>
              <a:ext cx="804300" cy="690700"/>
            </a:xfrm>
            <a:custGeom>
              <a:avLst/>
              <a:gdLst/>
              <a:ahLst/>
              <a:cxnLst/>
              <a:rect l="l" t="t" r="r" b="b"/>
              <a:pathLst>
                <a:path w="32172" h="27628" extrusionOk="0">
                  <a:moveTo>
                    <a:pt x="1065" y="7579"/>
                  </a:moveTo>
                  <a:lnTo>
                    <a:pt x="26841" y="27627"/>
                  </a:lnTo>
                  <a:lnTo>
                    <a:pt x="27048" y="27359"/>
                  </a:lnTo>
                  <a:cubicBezTo>
                    <a:pt x="28138" y="27380"/>
                    <a:pt x="29553" y="26559"/>
                    <a:pt x="30639" y="25163"/>
                  </a:cubicBezTo>
                  <a:cubicBezTo>
                    <a:pt x="31724" y="23768"/>
                    <a:pt x="32171" y="22194"/>
                    <a:pt x="31882" y="21143"/>
                  </a:cubicBezTo>
                  <a:lnTo>
                    <a:pt x="32092" y="20875"/>
                  </a:lnTo>
                  <a:lnTo>
                    <a:pt x="6317" y="828"/>
                  </a:lnTo>
                  <a:cubicBezTo>
                    <a:pt x="5253" y="0"/>
                    <a:pt x="3214" y="840"/>
                    <a:pt x="1764" y="2705"/>
                  </a:cubicBezTo>
                  <a:cubicBezTo>
                    <a:pt x="314" y="4569"/>
                    <a:pt x="1" y="6751"/>
                    <a:pt x="1065" y="75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47"/>
            <p:cNvSpPr/>
            <p:nvPr/>
          </p:nvSpPr>
          <p:spPr>
            <a:xfrm>
              <a:off x="3766125" y="981625"/>
              <a:ext cx="184525" cy="210225"/>
            </a:xfrm>
            <a:custGeom>
              <a:avLst/>
              <a:gdLst/>
              <a:ahLst/>
              <a:cxnLst/>
              <a:rect l="l" t="t" r="r" b="b"/>
              <a:pathLst>
                <a:path w="7381" h="8409" extrusionOk="0">
                  <a:moveTo>
                    <a:pt x="1764" y="2705"/>
                  </a:moveTo>
                  <a:cubicBezTo>
                    <a:pt x="3214" y="842"/>
                    <a:pt x="5251" y="0"/>
                    <a:pt x="6317" y="828"/>
                  </a:cubicBezTo>
                  <a:cubicBezTo>
                    <a:pt x="7381" y="1656"/>
                    <a:pt x="7068" y="3839"/>
                    <a:pt x="5617" y="5704"/>
                  </a:cubicBezTo>
                  <a:cubicBezTo>
                    <a:pt x="4167" y="7567"/>
                    <a:pt x="2128" y="8408"/>
                    <a:pt x="1064" y="7581"/>
                  </a:cubicBezTo>
                  <a:cubicBezTo>
                    <a:pt x="0" y="6753"/>
                    <a:pt x="314" y="4570"/>
                    <a:pt x="1764" y="27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9" name="Google Shape;789;p47"/>
          <p:cNvGrpSpPr/>
          <p:nvPr/>
        </p:nvGrpSpPr>
        <p:grpSpPr>
          <a:xfrm rot="-485327">
            <a:off x="857662" y="249566"/>
            <a:ext cx="827907" cy="710613"/>
            <a:chOff x="3122700" y="481200"/>
            <a:chExt cx="827950" cy="710650"/>
          </a:xfrm>
        </p:grpSpPr>
        <p:sp>
          <p:nvSpPr>
            <p:cNvPr id="790" name="Google Shape;790;p47"/>
            <p:cNvSpPr/>
            <p:nvPr/>
          </p:nvSpPr>
          <p:spPr>
            <a:xfrm>
              <a:off x="3122700" y="481200"/>
              <a:ext cx="804300" cy="690700"/>
            </a:xfrm>
            <a:custGeom>
              <a:avLst/>
              <a:gdLst/>
              <a:ahLst/>
              <a:cxnLst/>
              <a:rect l="l" t="t" r="r" b="b"/>
              <a:pathLst>
                <a:path w="32172" h="27628" extrusionOk="0">
                  <a:moveTo>
                    <a:pt x="1065" y="7579"/>
                  </a:moveTo>
                  <a:lnTo>
                    <a:pt x="26841" y="27627"/>
                  </a:lnTo>
                  <a:lnTo>
                    <a:pt x="27048" y="27359"/>
                  </a:lnTo>
                  <a:cubicBezTo>
                    <a:pt x="28138" y="27380"/>
                    <a:pt x="29553" y="26559"/>
                    <a:pt x="30639" y="25163"/>
                  </a:cubicBezTo>
                  <a:cubicBezTo>
                    <a:pt x="31724" y="23768"/>
                    <a:pt x="32171" y="22194"/>
                    <a:pt x="31882" y="21143"/>
                  </a:cubicBezTo>
                  <a:lnTo>
                    <a:pt x="32092" y="20875"/>
                  </a:lnTo>
                  <a:lnTo>
                    <a:pt x="6317" y="828"/>
                  </a:lnTo>
                  <a:cubicBezTo>
                    <a:pt x="5253" y="0"/>
                    <a:pt x="3214" y="840"/>
                    <a:pt x="1764" y="2705"/>
                  </a:cubicBezTo>
                  <a:cubicBezTo>
                    <a:pt x="314" y="4569"/>
                    <a:pt x="1" y="6751"/>
                    <a:pt x="1065" y="75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7"/>
            <p:cNvSpPr/>
            <p:nvPr/>
          </p:nvSpPr>
          <p:spPr>
            <a:xfrm>
              <a:off x="3766125" y="981625"/>
              <a:ext cx="184525" cy="210225"/>
            </a:xfrm>
            <a:custGeom>
              <a:avLst/>
              <a:gdLst/>
              <a:ahLst/>
              <a:cxnLst/>
              <a:rect l="l" t="t" r="r" b="b"/>
              <a:pathLst>
                <a:path w="7381" h="8409" extrusionOk="0">
                  <a:moveTo>
                    <a:pt x="1764" y="2705"/>
                  </a:moveTo>
                  <a:cubicBezTo>
                    <a:pt x="3214" y="842"/>
                    <a:pt x="5251" y="0"/>
                    <a:pt x="6317" y="828"/>
                  </a:cubicBezTo>
                  <a:cubicBezTo>
                    <a:pt x="7381" y="1656"/>
                    <a:pt x="7068" y="3839"/>
                    <a:pt x="5617" y="5704"/>
                  </a:cubicBezTo>
                  <a:cubicBezTo>
                    <a:pt x="4167" y="7567"/>
                    <a:pt x="2128" y="8408"/>
                    <a:pt x="1064" y="7581"/>
                  </a:cubicBezTo>
                  <a:cubicBezTo>
                    <a:pt x="0" y="6753"/>
                    <a:pt x="314" y="4570"/>
                    <a:pt x="1764" y="27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2" name="Google Shape;792;p47"/>
          <p:cNvGrpSpPr/>
          <p:nvPr/>
        </p:nvGrpSpPr>
        <p:grpSpPr>
          <a:xfrm>
            <a:off x="601463" y="3726950"/>
            <a:ext cx="1340300" cy="1022175"/>
            <a:chOff x="4552025" y="1720300"/>
            <a:chExt cx="1340300" cy="1022175"/>
          </a:xfrm>
        </p:grpSpPr>
        <p:sp>
          <p:nvSpPr>
            <p:cNvPr id="793" name="Google Shape;793;p47"/>
            <p:cNvSpPr/>
            <p:nvPr/>
          </p:nvSpPr>
          <p:spPr>
            <a:xfrm>
              <a:off x="5245525" y="2236225"/>
              <a:ext cx="646800" cy="490025"/>
            </a:xfrm>
            <a:custGeom>
              <a:avLst/>
              <a:gdLst/>
              <a:ahLst/>
              <a:cxnLst/>
              <a:rect l="l" t="t" r="r" b="b"/>
              <a:pathLst>
                <a:path w="25872" h="19601" extrusionOk="0">
                  <a:moveTo>
                    <a:pt x="24803" y="13923"/>
                  </a:moveTo>
                  <a:lnTo>
                    <a:pt x="3255" y="0"/>
                  </a:lnTo>
                  <a:lnTo>
                    <a:pt x="1" y="5038"/>
                  </a:lnTo>
                  <a:lnTo>
                    <a:pt x="21549" y="18959"/>
                  </a:lnTo>
                  <a:cubicBezTo>
                    <a:pt x="22542" y="19600"/>
                    <a:pt x="24074" y="18993"/>
                    <a:pt x="24972" y="17602"/>
                  </a:cubicBezTo>
                  <a:cubicBezTo>
                    <a:pt x="25871" y="16210"/>
                    <a:pt x="25796" y="14564"/>
                    <a:pt x="24803" y="139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7"/>
            <p:cNvSpPr/>
            <p:nvPr/>
          </p:nvSpPr>
          <p:spPr>
            <a:xfrm>
              <a:off x="4898350" y="1870800"/>
              <a:ext cx="759875" cy="871675"/>
            </a:xfrm>
            <a:custGeom>
              <a:avLst/>
              <a:gdLst/>
              <a:ahLst/>
              <a:cxnLst/>
              <a:rect l="l" t="t" r="r" b="b"/>
              <a:pathLst>
                <a:path w="30395" h="34867" extrusionOk="0">
                  <a:moveTo>
                    <a:pt x="24286" y="2373"/>
                  </a:moveTo>
                  <a:lnTo>
                    <a:pt x="21545" y="603"/>
                  </a:lnTo>
                  <a:lnTo>
                    <a:pt x="21208" y="1124"/>
                  </a:lnTo>
                  <a:cubicBezTo>
                    <a:pt x="15776" y="1"/>
                    <a:pt x="8980" y="3518"/>
                    <a:pt x="4697" y="10147"/>
                  </a:cubicBezTo>
                  <a:cubicBezTo>
                    <a:pt x="414" y="16775"/>
                    <a:pt x="1" y="24417"/>
                    <a:pt x="3259" y="28907"/>
                  </a:cubicBezTo>
                  <a:lnTo>
                    <a:pt x="2921" y="29429"/>
                  </a:lnTo>
                  <a:lnTo>
                    <a:pt x="5662" y="31200"/>
                  </a:lnTo>
                  <a:cubicBezTo>
                    <a:pt x="11337" y="34867"/>
                    <a:pt x="20108" y="31387"/>
                    <a:pt x="25251" y="23426"/>
                  </a:cubicBezTo>
                  <a:cubicBezTo>
                    <a:pt x="30395" y="15467"/>
                    <a:pt x="29962" y="6041"/>
                    <a:pt x="24286" y="237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7"/>
            <p:cNvSpPr/>
            <p:nvPr/>
          </p:nvSpPr>
          <p:spPr>
            <a:xfrm>
              <a:off x="4818650" y="1794175"/>
              <a:ext cx="771050" cy="904050"/>
            </a:xfrm>
            <a:custGeom>
              <a:avLst/>
              <a:gdLst/>
              <a:ahLst/>
              <a:cxnLst/>
              <a:rect l="l" t="t" r="r" b="b"/>
              <a:pathLst>
                <a:path w="30842" h="36162" extrusionOk="0">
                  <a:moveTo>
                    <a:pt x="25698" y="24721"/>
                  </a:moveTo>
                  <a:cubicBezTo>
                    <a:pt x="20555" y="32681"/>
                    <a:pt x="11786" y="36162"/>
                    <a:pt x="6109" y="32494"/>
                  </a:cubicBezTo>
                  <a:cubicBezTo>
                    <a:pt x="433" y="28827"/>
                    <a:pt x="1" y="19401"/>
                    <a:pt x="5144" y="11442"/>
                  </a:cubicBezTo>
                  <a:cubicBezTo>
                    <a:pt x="10287" y="3481"/>
                    <a:pt x="19058" y="1"/>
                    <a:pt x="24733" y="3668"/>
                  </a:cubicBezTo>
                  <a:cubicBezTo>
                    <a:pt x="30409" y="7334"/>
                    <a:pt x="30842" y="16760"/>
                    <a:pt x="25698" y="247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47"/>
            <p:cNvSpPr/>
            <p:nvPr/>
          </p:nvSpPr>
          <p:spPr>
            <a:xfrm>
              <a:off x="4784000" y="1796875"/>
              <a:ext cx="759825" cy="871725"/>
            </a:xfrm>
            <a:custGeom>
              <a:avLst/>
              <a:gdLst/>
              <a:ahLst/>
              <a:cxnLst/>
              <a:rect l="l" t="t" r="r" b="b"/>
              <a:pathLst>
                <a:path w="30393" h="34869" extrusionOk="0">
                  <a:moveTo>
                    <a:pt x="24285" y="2375"/>
                  </a:moveTo>
                  <a:lnTo>
                    <a:pt x="21544" y="603"/>
                  </a:lnTo>
                  <a:lnTo>
                    <a:pt x="21207" y="1126"/>
                  </a:lnTo>
                  <a:cubicBezTo>
                    <a:pt x="15775" y="1"/>
                    <a:pt x="8978" y="3520"/>
                    <a:pt x="4696" y="10148"/>
                  </a:cubicBezTo>
                  <a:cubicBezTo>
                    <a:pt x="413" y="16776"/>
                    <a:pt x="0" y="24419"/>
                    <a:pt x="3258" y="28908"/>
                  </a:cubicBezTo>
                  <a:lnTo>
                    <a:pt x="2921" y="29431"/>
                  </a:lnTo>
                  <a:lnTo>
                    <a:pt x="5660" y="31201"/>
                  </a:lnTo>
                  <a:cubicBezTo>
                    <a:pt x="11337" y="34868"/>
                    <a:pt x="20108" y="31389"/>
                    <a:pt x="25251" y="23428"/>
                  </a:cubicBezTo>
                  <a:cubicBezTo>
                    <a:pt x="30393" y="15468"/>
                    <a:pt x="29960" y="6042"/>
                    <a:pt x="24285" y="23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47"/>
            <p:cNvSpPr/>
            <p:nvPr/>
          </p:nvSpPr>
          <p:spPr>
            <a:xfrm>
              <a:off x="4704300" y="1720300"/>
              <a:ext cx="771025" cy="904025"/>
            </a:xfrm>
            <a:custGeom>
              <a:avLst/>
              <a:gdLst/>
              <a:ahLst/>
              <a:cxnLst/>
              <a:rect l="l" t="t" r="r" b="b"/>
              <a:pathLst>
                <a:path w="30841" h="36161" extrusionOk="0">
                  <a:moveTo>
                    <a:pt x="25698" y="24720"/>
                  </a:moveTo>
                  <a:cubicBezTo>
                    <a:pt x="20555" y="32680"/>
                    <a:pt x="11784" y="36161"/>
                    <a:pt x="6109" y="32494"/>
                  </a:cubicBezTo>
                  <a:cubicBezTo>
                    <a:pt x="432" y="28826"/>
                    <a:pt x="0" y="19400"/>
                    <a:pt x="5143" y="11441"/>
                  </a:cubicBezTo>
                  <a:cubicBezTo>
                    <a:pt x="10286" y="3480"/>
                    <a:pt x="19056" y="0"/>
                    <a:pt x="24732" y="3668"/>
                  </a:cubicBezTo>
                  <a:cubicBezTo>
                    <a:pt x="30409" y="7333"/>
                    <a:pt x="30841" y="16759"/>
                    <a:pt x="25698" y="247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7"/>
            <p:cNvSpPr/>
            <p:nvPr/>
          </p:nvSpPr>
          <p:spPr>
            <a:xfrm>
              <a:off x="4571150" y="1804825"/>
              <a:ext cx="653650" cy="490150"/>
            </a:xfrm>
            <a:custGeom>
              <a:avLst/>
              <a:gdLst/>
              <a:ahLst/>
              <a:cxnLst/>
              <a:rect l="l" t="t" r="r" b="b"/>
              <a:pathLst>
                <a:path w="26146" h="19606" extrusionOk="0">
                  <a:moveTo>
                    <a:pt x="25077" y="13928"/>
                  </a:moveTo>
                  <a:lnTo>
                    <a:pt x="3521" y="0"/>
                  </a:lnTo>
                  <a:lnTo>
                    <a:pt x="3391" y="201"/>
                  </a:lnTo>
                  <a:cubicBezTo>
                    <a:pt x="2502" y="170"/>
                    <a:pt x="1473" y="773"/>
                    <a:pt x="800" y="1814"/>
                  </a:cubicBezTo>
                  <a:cubicBezTo>
                    <a:pt x="128" y="2855"/>
                    <a:pt x="1" y="4039"/>
                    <a:pt x="397" y="4837"/>
                  </a:cubicBezTo>
                  <a:lnTo>
                    <a:pt x="267" y="5038"/>
                  </a:lnTo>
                  <a:lnTo>
                    <a:pt x="21823" y="18964"/>
                  </a:lnTo>
                  <a:cubicBezTo>
                    <a:pt x="22814" y="19606"/>
                    <a:pt x="24347" y="18998"/>
                    <a:pt x="25246" y="17606"/>
                  </a:cubicBezTo>
                  <a:cubicBezTo>
                    <a:pt x="26146" y="16215"/>
                    <a:pt x="26070" y="14568"/>
                    <a:pt x="25077" y="139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7"/>
            <p:cNvSpPr/>
            <p:nvPr/>
          </p:nvSpPr>
          <p:spPr>
            <a:xfrm>
              <a:off x="4552025" y="1789400"/>
              <a:ext cx="134750" cy="157950"/>
            </a:xfrm>
            <a:custGeom>
              <a:avLst/>
              <a:gdLst/>
              <a:ahLst/>
              <a:cxnLst/>
              <a:rect l="l" t="t" r="r" b="b"/>
              <a:pathLst>
                <a:path w="5390" h="6318" extrusionOk="0">
                  <a:moveTo>
                    <a:pt x="4490" y="4320"/>
                  </a:moveTo>
                  <a:cubicBezTo>
                    <a:pt x="3592" y="5710"/>
                    <a:pt x="2059" y="6318"/>
                    <a:pt x="1067" y="5678"/>
                  </a:cubicBezTo>
                  <a:cubicBezTo>
                    <a:pt x="76" y="5037"/>
                    <a:pt x="0" y="3389"/>
                    <a:pt x="898" y="1999"/>
                  </a:cubicBezTo>
                  <a:cubicBezTo>
                    <a:pt x="1797" y="608"/>
                    <a:pt x="3330" y="0"/>
                    <a:pt x="4321" y="640"/>
                  </a:cubicBezTo>
                  <a:cubicBezTo>
                    <a:pt x="5313" y="1282"/>
                    <a:pt x="5389" y="2929"/>
                    <a:pt x="4490" y="43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Fitness Gym Social Media Strategy by Slidesgo">
  <a:themeElements>
    <a:clrScheme name="Simple Light">
      <a:dk1>
        <a:srgbClr val="2A265A"/>
      </a:dk1>
      <a:lt1>
        <a:srgbClr val="F5F7FA"/>
      </a:lt1>
      <a:dk2>
        <a:srgbClr val="303383"/>
      </a:dk2>
      <a:lt2>
        <a:srgbClr val="5054B9"/>
      </a:lt2>
      <a:accent1>
        <a:srgbClr val="869DE9"/>
      </a:accent1>
      <a:accent2>
        <a:srgbClr val="F399A2"/>
      </a:accent2>
      <a:accent3>
        <a:srgbClr val="F7C5CF"/>
      </a:accent3>
      <a:accent4>
        <a:srgbClr val="FFE1D7"/>
      </a:accent4>
      <a:accent5>
        <a:srgbClr val="FFFFFF"/>
      </a:accent5>
      <a:accent6>
        <a:srgbClr val="FFFFFF"/>
      </a:accent6>
      <a:hlink>
        <a:srgbClr val="2A265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7</Slides>
  <Notes>7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Fitness Gym Social Media Strategy by Slidesgo</vt:lpstr>
      <vt:lpstr>Slidesgo Final Pages</vt:lpstr>
      <vt:lpstr>FitClassMaster</vt:lpstr>
      <vt:lpstr>The Problem Context</vt:lpstr>
      <vt:lpstr>FitClassMaster replaces scattered tools with a single, synchronized platform that connects Gyms, Trainers, and Members instanty.</vt:lpstr>
      <vt:lpstr>Key Capabilities</vt:lpstr>
      <vt:lpstr>Layered Architecture</vt:lpstr>
      <vt:lpstr>DEMO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78</cp:revision>
  <dcterms:modified xsi:type="dcterms:W3CDTF">2026-02-08T15:50:27Z</dcterms:modified>
</cp:coreProperties>
</file>